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handoutMasterIdLst>
    <p:handoutMasterId r:id="rId42"/>
  </p:handoutMasterIdLst>
  <p:sldIdLst>
    <p:sldId id="256" r:id="rId2"/>
    <p:sldId id="467" r:id="rId3"/>
    <p:sldId id="386" r:id="rId4"/>
    <p:sldId id="309" r:id="rId5"/>
    <p:sldId id="258" r:id="rId6"/>
    <p:sldId id="260" r:id="rId7"/>
    <p:sldId id="261" r:id="rId8"/>
    <p:sldId id="262" r:id="rId9"/>
    <p:sldId id="290" r:id="rId10"/>
    <p:sldId id="310" r:id="rId11"/>
    <p:sldId id="311" r:id="rId12"/>
    <p:sldId id="312" r:id="rId13"/>
    <p:sldId id="313" r:id="rId14"/>
    <p:sldId id="314" r:id="rId15"/>
    <p:sldId id="315" r:id="rId16"/>
    <p:sldId id="265" r:id="rId17"/>
    <p:sldId id="316" r:id="rId18"/>
    <p:sldId id="317" r:id="rId19"/>
    <p:sldId id="318" r:id="rId20"/>
    <p:sldId id="319" r:id="rId21"/>
    <p:sldId id="320" r:id="rId22"/>
    <p:sldId id="321" r:id="rId23"/>
    <p:sldId id="292" r:id="rId24"/>
    <p:sldId id="264" r:id="rId25"/>
    <p:sldId id="293" r:id="rId26"/>
    <p:sldId id="271" r:id="rId27"/>
    <p:sldId id="272" r:id="rId28"/>
    <p:sldId id="303" r:id="rId29"/>
    <p:sldId id="304" r:id="rId30"/>
    <p:sldId id="305" r:id="rId31"/>
    <p:sldId id="306" r:id="rId32"/>
    <p:sldId id="296" r:id="rId33"/>
    <p:sldId id="284" r:id="rId34"/>
    <p:sldId id="276" r:id="rId35"/>
    <p:sldId id="277" r:id="rId36"/>
    <p:sldId id="278" r:id="rId37"/>
    <p:sldId id="279" r:id="rId38"/>
    <p:sldId id="301" r:id="rId39"/>
    <p:sldId id="280" r:id="rId40"/>
  </p:sldIdLst>
  <p:sldSz cx="9144000" cy="6858000" type="screen4x3"/>
  <p:notesSz cx="7010400" cy="9296400"/>
  <p:defaultTextStyle>
    <a:defPPr>
      <a:defRPr lang="en-US"/>
    </a:defPPr>
    <a:lvl1pPr algn="ctr" rtl="0" eaLnBrk="0" fontAlgn="base" hangingPunct="0">
      <a:spcBef>
        <a:spcPct val="0"/>
      </a:spcBef>
      <a:spcAft>
        <a:spcPct val="0"/>
      </a:spcAft>
      <a:defRPr kern="1200">
        <a:solidFill>
          <a:schemeClr val="tx1"/>
        </a:solidFill>
        <a:latin typeface="Times New Roman" charset="0"/>
        <a:ea typeface="+mn-ea"/>
        <a:cs typeface="+mn-cs"/>
      </a:defRPr>
    </a:lvl1pPr>
    <a:lvl2pPr marL="457200" algn="ctr" rtl="0" eaLnBrk="0" fontAlgn="base" hangingPunct="0">
      <a:spcBef>
        <a:spcPct val="0"/>
      </a:spcBef>
      <a:spcAft>
        <a:spcPct val="0"/>
      </a:spcAft>
      <a:defRPr kern="1200">
        <a:solidFill>
          <a:schemeClr val="tx1"/>
        </a:solidFill>
        <a:latin typeface="Times New Roman" charset="0"/>
        <a:ea typeface="+mn-ea"/>
        <a:cs typeface="+mn-cs"/>
      </a:defRPr>
    </a:lvl2pPr>
    <a:lvl3pPr marL="914400" algn="ctr" rtl="0" eaLnBrk="0" fontAlgn="base" hangingPunct="0">
      <a:spcBef>
        <a:spcPct val="0"/>
      </a:spcBef>
      <a:spcAft>
        <a:spcPct val="0"/>
      </a:spcAft>
      <a:defRPr kern="1200">
        <a:solidFill>
          <a:schemeClr val="tx1"/>
        </a:solidFill>
        <a:latin typeface="Times New Roman" charset="0"/>
        <a:ea typeface="+mn-ea"/>
        <a:cs typeface="+mn-cs"/>
      </a:defRPr>
    </a:lvl3pPr>
    <a:lvl4pPr marL="1371600" algn="ctr" rtl="0" eaLnBrk="0" fontAlgn="base" hangingPunct="0">
      <a:spcBef>
        <a:spcPct val="0"/>
      </a:spcBef>
      <a:spcAft>
        <a:spcPct val="0"/>
      </a:spcAft>
      <a:defRPr kern="1200">
        <a:solidFill>
          <a:schemeClr val="tx1"/>
        </a:solidFill>
        <a:latin typeface="Times New Roman" charset="0"/>
        <a:ea typeface="+mn-ea"/>
        <a:cs typeface="+mn-cs"/>
      </a:defRPr>
    </a:lvl4pPr>
    <a:lvl5pPr marL="1828800" algn="ctr" rtl="0" eaLnBrk="0" fontAlgn="base" hangingPunct="0">
      <a:spcBef>
        <a:spcPct val="0"/>
      </a:spcBef>
      <a:spcAft>
        <a:spcPct val="0"/>
      </a:spcAft>
      <a:defRPr kern="1200">
        <a:solidFill>
          <a:schemeClr val="tx1"/>
        </a:solidFill>
        <a:latin typeface="Times New Roman" charset="0"/>
        <a:ea typeface="+mn-ea"/>
        <a:cs typeface="+mn-cs"/>
      </a:defRPr>
    </a:lvl5pPr>
    <a:lvl6pPr marL="2286000" algn="l" defTabSz="457200" rtl="0" eaLnBrk="1" latinLnBrk="0" hangingPunct="1">
      <a:defRPr kern="1200">
        <a:solidFill>
          <a:schemeClr val="tx1"/>
        </a:solidFill>
        <a:latin typeface="Times New Roman" charset="0"/>
        <a:ea typeface="+mn-ea"/>
        <a:cs typeface="+mn-cs"/>
      </a:defRPr>
    </a:lvl6pPr>
    <a:lvl7pPr marL="2743200" algn="l" defTabSz="457200" rtl="0" eaLnBrk="1" latinLnBrk="0" hangingPunct="1">
      <a:defRPr kern="1200">
        <a:solidFill>
          <a:schemeClr val="tx1"/>
        </a:solidFill>
        <a:latin typeface="Times New Roman" charset="0"/>
        <a:ea typeface="+mn-ea"/>
        <a:cs typeface="+mn-cs"/>
      </a:defRPr>
    </a:lvl7pPr>
    <a:lvl8pPr marL="3200400" algn="l" defTabSz="457200" rtl="0" eaLnBrk="1" latinLnBrk="0" hangingPunct="1">
      <a:defRPr kern="1200">
        <a:solidFill>
          <a:schemeClr val="tx1"/>
        </a:solidFill>
        <a:latin typeface="Times New Roman" charset="0"/>
        <a:ea typeface="+mn-ea"/>
        <a:cs typeface="+mn-cs"/>
      </a:defRPr>
    </a:lvl8pPr>
    <a:lvl9pPr marL="3657600" algn="l" defTabSz="457200" rtl="0" eaLnBrk="1" latinLnBrk="0" hangingPunct="1">
      <a:defRPr kern="1200">
        <a:solidFill>
          <a:schemeClr val="tx1"/>
        </a:solidFill>
        <a:latin typeface="Times New Roman"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FF66"/>
    <a:srgbClr val="008000"/>
    <a:srgbClr val="FFFFCC"/>
    <a:srgbClr val="00CC00"/>
    <a:srgbClr val="FF3300"/>
    <a:srgbClr val="00CC99"/>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27"/>
    <p:restoredTop sz="96292" autoAdjust="0"/>
  </p:normalViewPr>
  <p:slideViewPr>
    <p:cSldViewPr>
      <p:cViewPr varScale="1">
        <p:scale>
          <a:sx n="116" d="100"/>
          <a:sy n="116" d="100"/>
        </p:scale>
        <p:origin x="2008" y="9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4074"/>
    </p:cViewPr>
  </p:sorterViewPr>
  <p:notesViewPr>
    <p:cSldViewPr>
      <p:cViewPr>
        <p:scale>
          <a:sx n="100" d="100"/>
          <a:sy n="100" d="100"/>
        </p:scale>
        <p:origin x="-1122" y="202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55123" cy="457825"/>
          </a:xfrm>
          <a:prstGeom prst="rect">
            <a:avLst/>
          </a:prstGeom>
          <a:noFill/>
          <a:ln w="9525">
            <a:noFill/>
            <a:miter lim="800000"/>
            <a:headEnd/>
            <a:tailEnd/>
          </a:ln>
          <a:effectLst/>
        </p:spPr>
        <p:txBody>
          <a:bodyPr vert="horz" wrap="none" lIns="91486" tIns="45743" rIns="91486" bIns="45743" numCol="1" anchor="ctr" anchorCtr="0" compatLnSpc="1">
            <a:prstTxWarp prst="textNoShape">
              <a:avLst/>
            </a:prstTxWarp>
          </a:bodyPr>
          <a:lstStyle>
            <a:lvl1pPr algn="l" defTabSz="914182">
              <a:defRPr sz="1200"/>
            </a:lvl1pPr>
          </a:lstStyle>
          <a:p>
            <a:endParaRPr lang="en-US"/>
          </a:p>
        </p:txBody>
      </p:sp>
      <p:sp>
        <p:nvSpPr>
          <p:cNvPr id="33795" name="Rectangle 3"/>
          <p:cNvSpPr>
            <a:spLocks noGrp="1" noChangeArrowheads="1"/>
          </p:cNvSpPr>
          <p:nvPr>
            <p:ph type="dt" sz="quarter" idx="1"/>
          </p:nvPr>
        </p:nvSpPr>
        <p:spPr bwMode="auto">
          <a:xfrm>
            <a:off x="3972772" y="0"/>
            <a:ext cx="3055123" cy="457825"/>
          </a:xfrm>
          <a:prstGeom prst="rect">
            <a:avLst/>
          </a:prstGeom>
          <a:noFill/>
          <a:ln w="9525">
            <a:noFill/>
            <a:miter lim="800000"/>
            <a:headEnd/>
            <a:tailEnd/>
          </a:ln>
          <a:effectLst/>
        </p:spPr>
        <p:txBody>
          <a:bodyPr vert="horz" wrap="none" lIns="91486" tIns="45743" rIns="91486" bIns="45743" numCol="1" anchor="ctr" anchorCtr="0" compatLnSpc="1">
            <a:prstTxWarp prst="textNoShape">
              <a:avLst/>
            </a:prstTxWarp>
          </a:bodyPr>
          <a:lstStyle>
            <a:lvl1pPr algn="r" defTabSz="914182">
              <a:defRPr sz="1200"/>
            </a:lvl1pPr>
          </a:lstStyle>
          <a:p>
            <a:endParaRPr lang="en-US"/>
          </a:p>
        </p:txBody>
      </p:sp>
      <p:sp>
        <p:nvSpPr>
          <p:cNvPr id="33796" name="Rectangle 4"/>
          <p:cNvSpPr>
            <a:spLocks noGrp="1" noChangeArrowheads="1"/>
          </p:cNvSpPr>
          <p:nvPr>
            <p:ph type="ftr" sz="quarter" idx="2"/>
          </p:nvPr>
        </p:nvSpPr>
        <p:spPr bwMode="auto">
          <a:xfrm>
            <a:off x="0" y="8856062"/>
            <a:ext cx="3055123" cy="457825"/>
          </a:xfrm>
          <a:prstGeom prst="rect">
            <a:avLst/>
          </a:prstGeom>
          <a:noFill/>
          <a:ln w="9525">
            <a:noFill/>
            <a:miter lim="800000"/>
            <a:headEnd/>
            <a:tailEnd/>
          </a:ln>
          <a:effectLst/>
        </p:spPr>
        <p:txBody>
          <a:bodyPr vert="horz" wrap="none" lIns="91486" tIns="45743" rIns="91486" bIns="45743" numCol="1" anchor="b" anchorCtr="0" compatLnSpc="1">
            <a:prstTxWarp prst="textNoShape">
              <a:avLst/>
            </a:prstTxWarp>
          </a:bodyPr>
          <a:lstStyle>
            <a:lvl1pPr algn="l" defTabSz="914182">
              <a:defRPr sz="1200"/>
            </a:lvl1pPr>
          </a:lstStyle>
          <a:p>
            <a:endParaRPr lang="en-US"/>
          </a:p>
        </p:txBody>
      </p:sp>
      <p:sp>
        <p:nvSpPr>
          <p:cNvPr id="33797" name="Rectangle 5"/>
          <p:cNvSpPr>
            <a:spLocks noGrp="1" noChangeArrowheads="1"/>
          </p:cNvSpPr>
          <p:nvPr>
            <p:ph type="sldNum" sz="quarter" idx="3"/>
          </p:nvPr>
        </p:nvSpPr>
        <p:spPr bwMode="auto">
          <a:xfrm>
            <a:off x="3972772" y="8856062"/>
            <a:ext cx="3055123" cy="457825"/>
          </a:xfrm>
          <a:prstGeom prst="rect">
            <a:avLst/>
          </a:prstGeom>
          <a:noFill/>
          <a:ln w="9525">
            <a:noFill/>
            <a:miter lim="800000"/>
            <a:headEnd/>
            <a:tailEnd/>
          </a:ln>
          <a:effectLst/>
        </p:spPr>
        <p:txBody>
          <a:bodyPr vert="horz" wrap="none" lIns="91486" tIns="45743" rIns="91486" bIns="45743" numCol="1" anchor="b" anchorCtr="0" compatLnSpc="1">
            <a:prstTxWarp prst="textNoShape">
              <a:avLst/>
            </a:prstTxWarp>
          </a:bodyPr>
          <a:lstStyle>
            <a:lvl1pPr algn="r" defTabSz="914182">
              <a:defRPr sz="1200"/>
            </a:lvl1pPr>
          </a:lstStyle>
          <a:p>
            <a:fld id="{8827AA2F-BC1F-A546-B3C8-0648F90AE09B}" type="slidenum">
              <a:rPr lang="en-US"/>
              <a:pPr/>
              <a:t>‹#›</a:t>
            </a:fld>
            <a:endParaRPr lang="en-US"/>
          </a:p>
        </p:txBody>
      </p:sp>
    </p:spTree>
    <p:extLst>
      <p:ext uri="{BB962C8B-B14F-4D97-AF65-F5344CB8AC3E}">
        <p14:creationId xmlns:p14="http://schemas.microsoft.com/office/powerpoint/2010/main" val="8307161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3037628" cy="464184"/>
          </a:xfrm>
          <a:prstGeom prst="rect">
            <a:avLst/>
          </a:prstGeom>
          <a:noFill/>
          <a:ln w="9525">
            <a:noFill/>
            <a:miter lim="800000"/>
            <a:headEnd/>
            <a:tailEnd/>
          </a:ln>
          <a:effectLst/>
        </p:spPr>
        <p:txBody>
          <a:bodyPr vert="horz" wrap="none" lIns="93022" tIns="46512" rIns="93022" bIns="46512" numCol="1" anchor="ctr" anchorCtr="0" compatLnSpc="1">
            <a:prstTxWarp prst="textNoShape">
              <a:avLst/>
            </a:prstTxWarp>
          </a:bodyPr>
          <a:lstStyle>
            <a:lvl1pPr algn="l" defTabSz="930081">
              <a:defRPr sz="1200"/>
            </a:lvl1pPr>
          </a:lstStyle>
          <a:p>
            <a:endParaRPr lang="en-US"/>
          </a:p>
        </p:txBody>
      </p:sp>
      <p:sp>
        <p:nvSpPr>
          <p:cNvPr id="20483" name="Rectangle 3"/>
          <p:cNvSpPr>
            <a:spLocks noGrp="1" noChangeArrowheads="1"/>
          </p:cNvSpPr>
          <p:nvPr>
            <p:ph type="dt" idx="1"/>
          </p:nvPr>
        </p:nvSpPr>
        <p:spPr bwMode="auto">
          <a:xfrm>
            <a:off x="3972773" y="0"/>
            <a:ext cx="3037628" cy="464184"/>
          </a:xfrm>
          <a:prstGeom prst="rect">
            <a:avLst/>
          </a:prstGeom>
          <a:noFill/>
          <a:ln w="9525">
            <a:noFill/>
            <a:miter lim="800000"/>
            <a:headEnd/>
            <a:tailEnd/>
          </a:ln>
          <a:effectLst/>
        </p:spPr>
        <p:txBody>
          <a:bodyPr vert="horz" wrap="none" lIns="93022" tIns="46512" rIns="93022" bIns="46512" numCol="1" anchor="ctr" anchorCtr="0" compatLnSpc="1">
            <a:prstTxWarp prst="textNoShape">
              <a:avLst/>
            </a:prstTxWarp>
          </a:bodyPr>
          <a:lstStyle>
            <a:lvl1pPr algn="r" defTabSz="930081">
              <a:defRPr sz="1200"/>
            </a:lvl1pPr>
          </a:lstStyle>
          <a:p>
            <a:endParaRPr lang="en-US"/>
          </a:p>
        </p:txBody>
      </p:sp>
      <p:sp>
        <p:nvSpPr>
          <p:cNvPr id="20484" name="Rectangle 4"/>
          <p:cNvSpPr>
            <a:spLocks noGrp="1" noRot="1" noChangeAspect="1" noChangeArrowheads="1" noTextEdit="1"/>
          </p:cNvSpPr>
          <p:nvPr>
            <p:ph type="sldImg" idx="2"/>
          </p:nvPr>
        </p:nvSpPr>
        <p:spPr bwMode="auto">
          <a:xfrm>
            <a:off x="1184275" y="698500"/>
            <a:ext cx="4648200" cy="3486150"/>
          </a:xfrm>
          <a:prstGeom prst="rect">
            <a:avLst/>
          </a:prstGeom>
          <a:noFill/>
          <a:ln w="9525">
            <a:solidFill>
              <a:srgbClr val="000000"/>
            </a:solidFill>
            <a:miter lim="800000"/>
            <a:headEnd/>
            <a:tailEnd/>
          </a:ln>
          <a:effectLst/>
        </p:spPr>
      </p:sp>
      <p:sp>
        <p:nvSpPr>
          <p:cNvPr id="20485" name="Rectangle 5"/>
          <p:cNvSpPr>
            <a:spLocks noGrp="1" noChangeArrowheads="1"/>
          </p:cNvSpPr>
          <p:nvPr>
            <p:ph type="body" sz="quarter" idx="3"/>
          </p:nvPr>
        </p:nvSpPr>
        <p:spPr bwMode="auto">
          <a:xfrm>
            <a:off x="933555" y="4416108"/>
            <a:ext cx="5143293" cy="4182427"/>
          </a:xfrm>
          <a:prstGeom prst="rect">
            <a:avLst/>
          </a:prstGeom>
          <a:noFill/>
          <a:ln w="9525">
            <a:noFill/>
            <a:miter lim="800000"/>
            <a:headEnd/>
            <a:tailEnd/>
          </a:ln>
          <a:effectLst/>
        </p:spPr>
        <p:txBody>
          <a:bodyPr vert="horz" wrap="none" lIns="93022" tIns="46512" rIns="93022" bIns="46512"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486" name="Rectangle 6"/>
          <p:cNvSpPr>
            <a:spLocks noGrp="1" noChangeArrowheads="1"/>
          </p:cNvSpPr>
          <p:nvPr>
            <p:ph type="ftr" sz="quarter" idx="4"/>
          </p:nvPr>
        </p:nvSpPr>
        <p:spPr bwMode="auto">
          <a:xfrm>
            <a:off x="0" y="8832216"/>
            <a:ext cx="3037628" cy="464184"/>
          </a:xfrm>
          <a:prstGeom prst="rect">
            <a:avLst/>
          </a:prstGeom>
          <a:noFill/>
          <a:ln w="9525">
            <a:noFill/>
            <a:miter lim="800000"/>
            <a:headEnd/>
            <a:tailEnd/>
          </a:ln>
          <a:effectLst/>
        </p:spPr>
        <p:txBody>
          <a:bodyPr vert="horz" wrap="none" lIns="93022" tIns="46512" rIns="93022" bIns="46512" numCol="1" anchor="b" anchorCtr="0" compatLnSpc="1">
            <a:prstTxWarp prst="textNoShape">
              <a:avLst/>
            </a:prstTxWarp>
          </a:bodyPr>
          <a:lstStyle>
            <a:lvl1pPr algn="l" defTabSz="930081">
              <a:defRPr sz="1200"/>
            </a:lvl1pPr>
          </a:lstStyle>
          <a:p>
            <a:endParaRPr lang="en-US"/>
          </a:p>
        </p:txBody>
      </p:sp>
      <p:sp>
        <p:nvSpPr>
          <p:cNvPr id="20487" name="Rectangle 7"/>
          <p:cNvSpPr>
            <a:spLocks noGrp="1" noChangeArrowheads="1"/>
          </p:cNvSpPr>
          <p:nvPr>
            <p:ph type="sldNum" sz="quarter" idx="5"/>
          </p:nvPr>
        </p:nvSpPr>
        <p:spPr bwMode="auto">
          <a:xfrm>
            <a:off x="3972773" y="8832216"/>
            <a:ext cx="3037628" cy="464184"/>
          </a:xfrm>
          <a:prstGeom prst="rect">
            <a:avLst/>
          </a:prstGeom>
          <a:noFill/>
          <a:ln w="9525">
            <a:noFill/>
            <a:miter lim="800000"/>
            <a:headEnd/>
            <a:tailEnd/>
          </a:ln>
          <a:effectLst/>
        </p:spPr>
        <p:txBody>
          <a:bodyPr vert="horz" wrap="none" lIns="93022" tIns="46512" rIns="93022" bIns="46512" numCol="1" anchor="b" anchorCtr="0" compatLnSpc="1">
            <a:prstTxWarp prst="textNoShape">
              <a:avLst/>
            </a:prstTxWarp>
          </a:bodyPr>
          <a:lstStyle>
            <a:lvl1pPr algn="r" defTabSz="930081">
              <a:defRPr sz="1200"/>
            </a:lvl1pPr>
          </a:lstStyle>
          <a:p>
            <a:fld id="{59059632-2500-DF48-8104-02DE3E64BF41}" type="slidenum">
              <a:rPr lang="en-US"/>
              <a:pPr/>
              <a:t>‹#›</a:t>
            </a:fld>
            <a:endParaRPr lang="en-US"/>
          </a:p>
        </p:txBody>
      </p:sp>
    </p:spTree>
    <p:extLst>
      <p:ext uri="{BB962C8B-B14F-4D97-AF65-F5344CB8AC3E}">
        <p14:creationId xmlns:p14="http://schemas.microsoft.com/office/powerpoint/2010/main" val="72606071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F468CA-6E94-0348-9816-CFC9B1B52013}" type="slidenum">
              <a:rPr lang="en-US"/>
              <a:pPr/>
              <a:t>1</a:t>
            </a:fld>
            <a:endParaRPr lang="en-US"/>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p:txBody>
          <a:bodyPr anchor="t"/>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6EB449-510F-2D48-BD92-9ADA8091F715}" type="slidenum">
              <a:rPr lang="en-US" smtClean="0"/>
              <a:t>3</a:t>
            </a:fld>
            <a:endParaRPr lang="en-US"/>
          </a:p>
        </p:txBody>
      </p:sp>
    </p:spTree>
    <p:extLst>
      <p:ext uri="{BB962C8B-B14F-4D97-AF65-F5344CB8AC3E}">
        <p14:creationId xmlns:p14="http://schemas.microsoft.com/office/powerpoint/2010/main" val="2106713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3D5243-F6BA-BB4A-A78B-BA9B3E698E83}" type="slidenum">
              <a:rPr lang="en-US"/>
              <a:pPr/>
              <a:t>4</a:t>
            </a:fld>
            <a:endParaRPr lang="en-US"/>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2A3A0E-6C47-B14B-9B93-299A1EE0FFC0}" type="slidenum">
              <a:rPr lang="en-US"/>
              <a:pPr/>
              <a:t>5</a:t>
            </a:fld>
            <a:endParaRPr lang="en-US"/>
          </a:p>
        </p:txBody>
      </p:sp>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88DBD7-0AF5-074C-B253-1F16028D1EE1}" type="slidenum">
              <a:rPr lang="en-US"/>
              <a:pPr/>
              <a:t>6</a:t>
            </a:fld>
            <a:endParaRPr lang="en-US"/>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1B48A1-9CBF-7647-8C53-93592DE48A56}" type="slidenum">
              <a:rPr lang="en-US"/>
              <a:pPr/>
              <a:t>7</a:t>
            </a:fld>
            <a:endParaRPr lang="en-US"/>
          </a:p>
        </p:txBody>
      </p:sp>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741B63-13D7-DB4F-A2D4-D84BEF7CBA07}" type="slidenum">
              <a:rPr lang="en-US"/>
              <a:pPr/>
              <a:t>8</a:t>
            </a:fld>
            <a:endParaRPr lang="en-US"/>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1F4072-5922-5A4D-929D-2D5EDC4D680A}" type="slidenum">
              <a:rPr lang="en-US"/>
              <a:pPr/>
              <a:t>16</a:t>
            </a:fld>
            <a:endParaRPr lang="en-US"/>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2A4367-6924-9A49-A487-AEEC40C8327E}" type="slidenum">
              <a:rPr lang="en-US"/>
              <a:pPr/>
              <a:t>24</a:t>
            </a:fld>
            <a:endParaRPr lang="en-US"/>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80AA1D-E09A-374D-ADC4-5F2BC0379E10}" type="slidenum">
              <a:rPr lang="en-US"/>
              <a:pPr/>
              <a:t>26</a:t>
            </a:fld>
            <a:endParaRPr lang="en-US"/>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787F98-9568-314A-BA14-46B913343E72}" type="slidenum">
              <a:rPr lang="en-US"/>
              <a:pPr/>
              <a:t>27</a:t>
            </a:fld>
            <a:endParaRPr lang="en-US"/>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398D4A-6E72-6B40-A6A9-8CC0CE6AB778}" type="slidenum">
              <a:rPr lang="en-US"/>
              <a:pPr/>
              <a:t>33</a:t>
            </a:fld>
            <a:endParaRPr lang="en-US"/>
          </a:p>
        </p:txBody>
      </p:sp>
      <p:sp>
        <p:nvSpPr>
          <p:cNvPr id="161794" name="Rectangle 2050"/>
          <p:cNvSpPr>
            <a:spLocks noGrp="1" noRot="1" noChangeAspect="1" noChangeArrowheads="1" noTextEdit="1"/>
          </p:cNvSpPr>
          <p:nvPr>
            <p:ph type="sldImg"/>
          </p:nvPr>
        </p:nvSpPr>
        <p:spPr>
          <a:ln/>
        </p:spPr>
      </p:sp>
      <p:sp>
        <p:nvSpPr>
          <p:cNvPr id="161795" name="Rectangle 2051"/>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ADAE31-8370-BC48-8FBB-519C9F407932}" type="slidenum">
              <a:rPr lang="en-US"/>
              <a:pPr/>
              <a:t>34</a:t>
            </a:fld>
            <a:endParaRPr lang="en-US"/>
          </a:p>
        </p:txBody>
      </p:sp>
      <p:sp>
        <p:nvSpPr>
          <p:cNvPr id="180226" name="Rectangle 2"/>
          <p:cNvSpPr>
            <a:spLocks noGrp="1" noRot="1" noChangeAspect="1" noChangeArrowheads="1" noTextEdit="1"/>
          </p:cNvSpPr>
          <p:nvPr>
            <p:ph type="sldImg"/>
          </p:nvPr>
        </p:nvSpPr>
        <p:spPr>
          <a:ln/>
        </p:spPr>
      </p:sp>
      <p:sp>
        <p:nvSpPr>
          <p:cNvPr id="180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02DF52-0AF4-4B47-896F-82C89A58E09A}" type="slidenum">
              <a:rPr lang="en-US"/>
              <a:pPr/>
              <a:t>35</a:t>
            </a:fld>
            <a:endParaRPr lang="en-US"/>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1CA7D7-5783-9345-A25C-9A3CD520B9DA}" type="slidenum">
              <a:rPr lang="en-US"/>
              <a:pPr/>
              <a:t>36</a:t>
            </a:fld>
            <a:endParaRPr lang="en-US"/>
          </a:p>
        </p:txBody>
      </p:sp>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5C3CB7-A8EB-0642-9282-92E27E2861A7}" type="slidenum">
              <a:rPr lang="en-US"/>
              <a:pPr/>
              <a:t>37</a:t>
            </a:fld>
            <a:endParaRPr lang="en-US"/>
          </a:p>
        </p:txBody>
      </p:sp>
      <p:sp>
        <p:nvSpPr>
          <p:cNvPr id="18944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D0CC67-6232-1E4D-A1DB-A3884791BC65}" type="slidenum">
              <a:rPr lang="en-US"/>
              <a:pPr/>
              <a:t>39</a:t>
            </a:fld>
            <a:endParaRPr lang="en-US"/>
          </a:p>
        </p:txBody>
      </p:sp>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smtClean="0"/>
            </a:lvl1pPr>
          </a:lstStyle>
          <a:p>
            <a:fld id="{B6567217-4328-DD49-B2B0-23E9FB07FAC6}" type="datetime1">
              <a:rPr lang="en-US" smtClean="0"/>
              <a:pPr/>
              <a:t>4/21/25</a:t>
            </a:fld>
            <a:endParaRPr lang="en-US"/>
          </a:p>
        </p:txBody>
      </p:sp>
      <p:sp>
        <p:nvSpPr>
          <p:cNvPr id="5" name="Footer Placeholder 4"/>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6" name="Slide Number Placeholder 5"/>
          <p:cNvSpPr>
            <a:spLocks noGrp="1"/>
          </p:cNvSpPr>
          <p:nvPr>
            <p:ph type="sldNum" sz="quarter" idx="12"/>
          </p:nvPr>
        </p:nvSpPr>
        <p:spPr/>
        <p:txBody>
          <a:bodyPr/>
          <a:lstStyle>
            <a:lvl1pPr>
              <a:defRPr smtClean="0"/>
            </a:lvl1pPr>
          </a:lstStyle>
          <a:p>
            <a:endParaRPr lang="en-US"/>
          </a:p>
          <a:p>
            <a:fld id="{A905AE74-1FBD-D747-943D-34772EF20CD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smtClean="0"/>
            </a:lvl1pPr>
          </a:lstStyle>
          <a:p>
            <a:fld id="{521FC9D5-8809-F84F-8970-C1CE96DEC4C3}" type="datetime1">
              <a:rPr lang="en-US" smtClean="0"/>
              <a:pPr/>
              <a:t>4/21/25</a:t>
            </a:fld>
            <a:endParaRPr lang="en-US"/>
          </a:p>
        </p:txBody>
      </p:sp>
      <p:sp>
        <p:nvSpPr>
          <p:cNvPr id="5" name="Footer Placeholder 4"/>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6" name="Slide Number Placeholder 5"/>
          <p:cNvSpPr>
            <a:spLocks noGrp="1"/>
          </p:cNvSpPr>
          <p:nvPr>
            <p:ph type="sldNum" sz="quarter" idx="12"/>
          </p:nvPr>
        </p:nvSpPr>
        <p:spPr/>
        <p:txBody>
          <a:bodyPr/>
          <a:lstStyle>
            <a:lvl1pPr>
              <a:defRPr smtClean="0"/>
            </a:lvl1pPr>
          </a:lstStyle>
          <a:p>
            <a:endParaRPr lang="en-US"/>
          </a:p>
          <a:p>
            <a:fld id="{5B8C7C5E-217D-4A42-A45F-E0C08E4CC1B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smtClean="0"/>
            </a:lvl1pPr>
          </a:lstStyle>
          <a:p>
            <a:fld id="{DEA9F2A8-B746-2444-9D61-234716366B78}" type="datetime1">
              <a:rPr lang="en-US" smtClean="0"/>
              <a:pPr/>
              <a:t>4/21/25</a:t>
            </a:fld>
            <a:endParaRPr lang="en-US"/>
          </a:p>
        </p:txBody>
      </p:sp>
      <p:sp>
        <p:nvSpPr>
          <p:cNvPr id="5" name="Footer Placeholder 4"/>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6" name="Slide Number Placeholder 5"/>
          <p:cNvSpPr>
            <a:spLocks noGrp="1"/>
          </p:cNvSpPr>
          <p:nvPr>
            <p:ph type="sldNum" sz="quarter" idx="12"/>
          </p:nvPr>
        </p:nvSpPr>
        <p:spPr/>
        <p:txBody>
          <a:bodyPr/>
          <a:lstStyle>
            <a:lvl1pPr>
              <a:defRPr smtClean="0"/>
            </a:lvl1pPr>
          </a:lstStyle>
          <a:p>
            <a:endParaRPr lang="en-US"/>
          </a:p>
          <a:p>
            <a:fld id="{49242AB1-F543-A245-99D7-F4C0EEEFD36A}"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371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smtClean="0"/>
            </a:lvl1pPr>
          </a:lstStyle>
          <a:p>
            <a:fld id="{8DBA1513-EA5C-3047-B2DF-7BF2726EABCE}" type="datetime1">
              <a:rPr lang="en-US" smtClean="0"/>
              <a:pPr/>
              <a:t>4/21/25</a:t>
            </a:fld>
            <a:endParaRPr lang="en-US"/>
          </a:p>
        </p:txBody>
      </p:sp>
      <p:sp>
        <p:nvSpPr>
          <p:cNvPr id="6" name="Footer Placeholder 5"/>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7" name="Slide Number Placeholder 6"/>
          <p:cNvSpPr>
            <a:spLocks noGrp="1"/>
          </p:cNvSpPr>
          <p:nvPr>
            <p:ph type="sldNum" sz="quarter" idx="12"/>
          </p:nvPr>
        </p:nvSpPr>
        <p:spPr/>
        <p:txBody>
          <a:bodyPr/>
          <a:lstStyle>
            <a:lvl1pPr>
              <a:defRPr smtClean="0"/>
            </a:lvl1pPr>
          </a:lstStyle>
          <a:p>
            <a:endParaRPr lang="en-US"/>
          </a:p>
          <a:p>
            <a:fld id="{D87F3D4C-B04F-4549-8DB7-6E1FF666A76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85800" y="6248400"/>
            <a:ext cx="1905000" cy="457200"/>
          </a:xfrm>
          <a:prstGeom prst="rect">
            <a:avLst/>
          </a:prstGeom>
        </p:spPr>
        <p:txBody>
          <a:bodyPr/>
          <a:lstStyle>
            <a:lvl1pPr>
              <a:defRPr smtClean="0"/>
            </a:lvl1pPr>
          </a:lstStyle>
          <a:p>
            <a:fld id="{9D85DEC4-18D0-1340-AB04-51909151515A}" type="datetime1">
              <a:rPr lang="en-US" smtClean="0"/>
              <a:pPr/>
              <a:t>4/21/25</a:t>
            </a:fld>
            <a:endParaRPr lang="en-US"/>
          </a:p>
        </p:txBody>
      </p:sp>
      <p:sp>
        <p:nvSpPr>
          <p:cNvPr id="8" name="Footer Placeholder 7"/>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9" name="Slide Number Placeholder 8"/>
          <p:cNvSpPr>
            <a:spLocks noGrp="1"/>
          </p:cNvSpPr>
          <p:nvPr>
            <p:ph type="sldNum" sz="quarter" idx="12"/>
          </p:nvPr>
        </p:nvSpPr>
        <p:spPr/>
        <p:txBody>
          <a:bodyPr/>
          <a:lstStyle>
            <a:lvl1pPr>
              <a:defRPr smtClean="0"/>
            </a:lvl1pPr>
          </a:lstStyle>
          <a:p>
            <a:endParaRPr lang="en-US"/>
          </a:p>
          <a:p>
            <a:fld id="{03EC7984-16B1-9B44-B1A3-F2AACA5FE525}"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85800" y="6248400"/>
            <a:ext cx="1905000" cy="457200"/>
          </a:xfrm>
          <a:prstGeom prst="rect">
            <a:avLst/>
          </a:prstGeom>
        </p:spPr>
        <p:txBody>
          <a:bodyPr/>
          <a:lstStyle>
            <a:lvl1pPr>
              <a:defRPr smtClean="0"/>
            </a:lvl1pPr>
          </a:lstStyle>
          <a:p>
            <a:fld id="{049C1C36-B901-4D4C-8FEE-0126A93ED356}" type="datetime1">
              <a:rPr lang="en-US" smtClean="0"/>
              <a:pPr/>
              <a:t>4/21/25</a:t>
            </a:fld>
            <a:endParaRPr lang="en-US"/>
          </a:p>
        </p:txBody>
      </p:sp>
      <p:sp>
        <p:nvSpPr>
          <p:cNvPr id="4" name="Footer Placeholder 3"/>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5" name="Slide Number Placeholder 4"/>
          <p:cNvSpPr>
            <a:spLocks noGrp="1"/>
          </p:cNvSpPr>
          <p:nvPr>
            <p:ph type="sldNum" sz="quarter" idx="12"/>
          </p:nvPr>
        </p:nvSpPr>
        <p:spPr/>
        <p:txBody>
          <a:bodyPr/>
          <a:lstStyle>
            <a:lvl1pPr>
              <a:defRPr smtClean="0"/>
            </a:lvl1pPr>
          </a:lstStyle>
          <a:p>
            <a:endParaRPr lang="en-US"/>
          </a:p>
          <a:p>
            <a:fld id="{F43E644E-0ADF-3D41-8234-142D48D6B65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5800" y="6248400"/>
            <a:ext cx="1905000" cy="457200"/>
          </a:xfrm>
          <a:prstGeom prst="rect">
            <a:avLst/>
          </a:prstGeom>
        </p:spPr>
        <p:txBody>
          <a:bodyPr/>
          <a:lstStyle>
            <a:lvl1pPr>
              <a:defRPr smtClean="0"/>
            </a:lvl1pPr>
          </a:lstStyle>
          <a:p>
            <a:fld id="{5D6FBD7C-33A2-154D-8E6C-8BA8F823DB70}" type="datetime1">
              <a:rPr lang="en-US" smtClean="0"/>
              <a:pPr/>
              <a:t>4/21/25</a:t>
            </a:fld>
            <a:endParaRPr lang="en-US"/>
          </a:p>
        </p:txBody>
      </p:sp>
      <p:sp>
        <p:nvSpPr>
          <p:cNvPr id="3" name="Footer Placeholder 2"/>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4" name="Slide Number Placeholder 3"/>
          <p:cNvSpPr>
            <a:spLocks noGrp="1"/>
          </p:cNvSpPr>
          <p:nvPr>
            <p:ph type="sldNum" sz="quarter" idx="12"/>
          </p:nvPr>
        </p:nvSpPr>
        <p:spPr/>
        <p:txBody>
          <a:bodyPr/>
          <a:lstStyle>
            <a:lvl1pPr>
              <a:defRPr smtClean="0"/>
            </a:lvl1pPr>
          </a:lstStyle>
          <a:p>
            <a:endParaRPr lang="en-US"/>
          </a:p>
          <a:p>
            <a:fld id="{B689C558-9FD8-3345-9423-9F51454BBCB0}"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smtClean="0"/>
            </a:lvl1pPr>
          </a:lstStyle>
          <a:p>
            <a:fld id="{13473136-FC05-5D4E-8C02-C3681F5AB88F}" type="datetime1">
              <a:rPr lang="en-US" smtClean="0"/>
              <a:pPr/>
              <a:t>4/21/25</a:t>
            </a:fld>
            <a:endParaRPr lang="en-US"/>
          </a:p>
        </p:txBody>
      </p:sp>
      <p:sp>
        <p:nvSpPr>
          <p:cNvPr id="6" name="Footer Placeholder 5"/>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7" name="Slide Number Placeholder 6"/>
          <p:cNvSpPr>
            <a:spLocks noGrp="1"/>
          </p:cNvSpPr>
          <p:nvPr>
            <p:ph type="sldNum" sz="quarter" idx="12"/>
          </p:nvPr>
        </p:nvSpPr>
        <p:spPr/>
        <p:txBody>
          <a:bodyPr/>
          <a:lstStyle>
            <a:lvl1pPr>
              <a:defRPr smtClean="0"/>
            </a:lvl1pPr>
          </a:lstStyle>
          <a:p>
            <a:endParaRPr lang="en-US"/>
          </a:p>
          <a:p>
            <a:fld id="{72CDDBC5-81B0-BE40-BBC3-CCEF2814BE41}"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smtClean="0"/>
            </a:lvl1pPr>
          </a:lstStyle>
          <a:p>
            <a:fld id="{D5DB639C-DE64-5445-A2C8-84858E41387D}" type="datetime1">
              <a:rPr lang="en-US" smtClean="0"/>
              <a:pPr/>
              <a:t>4/21/25</a:t>
            </a:fld>
            <a:endParaRPr lang="en-US"/>
          </a:p>
        </p:txBody>
      </p:sp>
      <p:sp>
        <p:nvSpPr>
          <p:cNvPr id="6" name="Footer Placeholder 5"/>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7" name="Slide Number Placeholder 6"/>
          <p:cNvSpPr>
            <a:spLocks noGrp="1"/>
          </p:cNvSpPr>
          <p:nvPr>
            <p:ph type="sldNum" sz="quarter" idx="12"/>
          </p:nvPr>
        </p:nvSpPr>
        <p:spPr/>
        <p:txBody>
          <a:bodyPr/>
          <a:lstStyle>
            <a:lvl1pPr>
              <a:defRPr smtClean="0"/>
            </a:lvl1pPr>
          </a:lstStyle>
          <a:p>
            <a:endParaRPr lang="en-US"/>
          </a:p>
          <a:p>
            <a:fld id="{04708DCF-D372-5745-9AE7-BE9EE5B40D27}"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smtClean="0"/>
            </a:lvl1pPr>
          </a:lstStyle>
          <a:p>
            <a:fld id="{A63EA2E8-9C89-C846-9028-FF893970E792}" type="datetime1">
              <a:rPr lang="en-US" smtClean="0"/>
              <a:pPr/>
              <a:t>4/21/25</a:t>
            </a:fld>
            <a:endParaRPr lang="en-US"/>
          </a:p>
        </p:txBody>
      </p:sp>
      <p:sp>
        <p:nvSpPr>
          <p:cNvPr id="5" name="Footer Placeholder 4"/>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6" name="Slide Number Placeholder 5"/>
          <p:cNvSpPr>
            <a:spLocks noGrp="1"/>
          </p:cNvSpPr>
          <p:nvPr>
            <p:ph type="sldNum" sz="quarter" idx="12"/>
          </p:nvPr>
        </p:nvSpPr>
        <p:spPr/>
        <p:txBody>
          <a:bodyPr/>
          <a:lstStyle>
            <a:lvl1pPr>
              <a:defRPr smtClean="0"/>
            </a:lvl1pPr>
          </a:lstStyle>
          <a:p>
            <a:endParaRPr lang="en-US"/>
          </a:p>
          <a:p>
            <a:fld id="{2E7DB278-BD35-DD4D-94AB-CE7461D26B7A}"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9450" y="228600"/>
            <a:ext cx="211455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619125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smtClean="0"/>
            </a:lvl1pPr>
          </a:lstStyle>
          <a:p>
            <a:fld id="{6D5F94D9-EE47-FE42-8864-FDAC5CC11F47}" type="datetime1">
              <a:rPr lang="en-US" smtClean="0"/>
              <a:pPr/>
              <a:t>4/21/25</a:t>
            </a:fld>
            <a:endParaRPr lang="en-US"/>
          </a:p>
        </p:txBody>
      </p:sp>
      <p:sp>
        <p:nvSpPr>
          <p:cNvPr id="5" name="Footer Placeholder 4"/>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6" name="Slide Number Placeholder 5"/>
          <p:cNvSpPr>
            <a:spLocks noGrp="1"/>
          </p:cNvSpPr>
          <p:nvPr>
            <p:ph type="sldNum" sz="quarter" idx="12"/>
          </p:nvPr>
        </p:nvSpPr>
        <p:spPr/>
        <p:txBody>
          <a:bodyPr/>
          <a:lstStyle>
            <a:lvl1pPr>
              <a:defRPr smtClean="0"/>
            </a:lvl1pPr>
          </a:lstStyle>
          <a:p>
            <a:endParaRPr lang="en-US"/>
          </a:p>
          <a:p>
            <a:fld id="{81A0AD86-9EDB-4747-B84F-B99AD159A33D}"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3716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smtClean="0"/>
            </a:lvl1pPr>
          </a:lstStyle>
          <a:p>
            <a:fld id="{832E9DBA-7BD6-634B-AC43-1535FE9697BA}" type="datetime1">
              <a:rPr lang="en-US" smtClean="0"/>
              <a:pPr/>
              <a:t>4/21/25</a:t>
            </a:fld>
            <a:endParaRPr lang="en-US"/>
          </a:p>
        </p:txBody>
      </p:sp>
      <p:sp>
        <p:nvSpPr>
          <p:cNvPr id="6" name="Footer Placeholder 5"/>
          <p:cNvSpPr>
            <a:spLocks noGrp="1"/>
          </p:cNvSpPr>
          <p:nvPr>
            <p:ph type="ftr" sz="quarter" idx="11"/>
          </p:nvPr>
        </p:nvSpPr>
        <p:spPr>
          <a:xfrm>
            <a:off x="2819400" y="6248400"/>
            <a:ext cx="3581400" cy="457200"/>
          </a:xfrm>
          <a:prstGeom prst="rect">
            <a:avLst/>
          </a:prstGeom>
        </p:spPr>
        <p:txBody>
          <a:bodyPr/>
          <a:lstStyle>
            <a:lvl1pPr>
              <a:defRPr smtClean="0"/>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smtClean="0"/>
            </a:lvl1pPr>
          </a:lstStyle>
          <a:p>
            <a:endParaRPr lang="en-US"/>
          </a:p>
          <a:p>
            <a:fld id="{5CA6EA64-EDBD-DD4A-88B0-3D87FD4B4260}"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926BEE0-898D-4B37-92A4-25BFA068BE42}"/>
              </a:ext>
            </a:extLst>
          </p:cNvPr>
          <p:cNvGrpSpPr/>
          <p:nvPr userDrawn="1"/>
        </p:nvGrpSpPr>
        <p:grpSpPr>
          <a:xfrm>
            <a:off x="0" y="-1"/>
            <a:ext cx="9144000" cy="421420"/>
            <a:chOff x="0" y="-1"/>
            <a:chExt cx="9144000" cy="421420"/>
          </a:xfrm>
        </p:grpSpPr>
        <p:pic>
          <p:nvPicPr>
            <p:cNvPr id="8" name="Picture 7">
              <a:extLst>
                <a:ext uri="{FF2B5EF4-FFF2-40B4-BE49-F238E27FC236}">
                  <a16:creationId xmlns:a16="http://schemas.microsoft.com/office/drawing/2014/main" id="{8AEFAB94-241E-43AE-A773-532E2DD3399D}"/>
                </a:ext>
              </a:extLst>
            </p:cNvPr>
            <p:cNvPicPr>
              <a:picLocks noChangeAspect="1"/>
            </p:cNvPicPr>
            <p:nvPr userDrawn="1"/>
          </p:nvPicPr>
          <p:blipFill>
            <a:blip r:embed="rId2"/>
            <a:stretch>
              <a:fillRect/>
            </a:stretch>
          </p:blipFill>
          <p:spPr>
            <a:xfrm>
              <a:off x="1448083" y="-1"/>
              <a:ext cx="7695917" cy="421419"/>
            </a:xfrm>
            <a:prstGeom prst="rect">
              <a:avLst/>
            </a:prstGeom>
          </p:spPr>
        </p:pic>
        <p:pic>
          <p:nvPicPr>
            <p:cNvPr id="9" name="Picture 8">
              <a:extLst>
                <a:ext uri="{FF2B5EF4-FFF2-40B4-BE49-F238E27FC236}">
                  <a16:creationId xmlns:a16="http://schemas.microsoft.com/office/drawing/2014/main" id="{6EE65B32-28D2-4A63-B6D0-8425DBB0E313}"/>
                </a:ext>
              </a:extLst>
            </p:cNvPr>
            <p:cNvPicPr>
              <a:picLocks noChangeAspect="1"/>
            </p:cNvPicPr>
            <p:nvPr userDrawn="1"/>
          </p:nvPicPr>
          <p:blipFill>
            <a:blip r:embed="rId2"/>
            <a:stretch>
              <a:fillRect/>
            </a:stretch>
          </p:blipFill>
          <p:spPr>
            <a:xfrm>
              <a:off x="0" y="0"/>
              <a:ext cx="7695917" cy="421419"/>
            </a:xfrm>
            <a:prstGeom prst="rect">
              <a:avLst/>
            </a:prstGeom>
          </p:spPr>
        </p:pic>
      </p:grpSp>
      <p:pic>
        <p:nvPicPr>
          <p:cNvPr id="3" name="Picture 2">
            <a:extLst>
              <a:ext uri="{FF2B5EF4-FFF2-40B4-BE49-F238E27FC236}">
                <a16:creationId xmlns:a16="http://schemas.microsoft.com/office/drawing/2014/main" id="{E403B6E8-5E3B-4020-873E-22CF9F00159E}"/>
              </a:ext>
            </a:extLst>
          </p:cNvPr>
          <p:cNvPicPr>
            <a:picLocks noChangeAspect="1"/>
          </p:cNvPicPr>
          <p:nvPr userDrawn="1"/>
        </p:nvPicPr>
        <p:blipFill>
          <a:blip r:embed="rId3"/>
          <a:stretch>
            <a:fillRect/>
          </a:stretch>
        </p:blipFill>
        <p:spPr>
          <a:xfrm>
            <a:off x="1386" y="15498"/>
            <a:ext cx="9144000" cy="389594"/>
          </a:xfrm>
          <a:prstGeom prst="rect">
            <a:avLst/>
          </a:prstGeom>
        </p:spPr>
      </p:pic>
    </p:spTree>
    <p:extLst>
      <p:ext uri="{BB962C8B-B14F-4D97-AF65-F5344CB8AC3E}">
        <p14:creationId xmlns:p14="http://schemas.microsoft.com/office/powerpoint/2010/main" val="3995214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71600" y="228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3716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endParaRPr lang="en-US"/>
          </a:p>
          <a:p>
            <a:fld id="{4009603D-700E-114B-A538-18493F503AFD}" type="slidenum">
              <a:rPr lang="en-US"/>
              <a:pPr/>
              <a:t>‹#›</a:t>
            </a:fld>
            <a:endParaRPr lang="en-US"/>
          </a:p>
        </p:txBody>
      </p:sp>
      <p:sp>
        <p:nvSpPr>
          <p:cNvPr id="1031" name="Line 7"/>
          <p:cNvSpPr>
            <a:spLocks noChangeShapeType="1"/>
          </p:cNvSpPr>
          <p:nvPr/>
        </p:nvSpPr>
        <p:spPr bwMode="auto">
          <a:xfrm>
            <a:off x="685800" y="1143000"/>
            <a:ext cx="7772400" cy="0"/>
          </a:xfrm>
          <a:prstGeom prst="line">
            <a:avLst/>
          </a:prstGeom>
          <a:noFill/>
          <a:ln w="38100">
            <a:solidFill>
              <a:schemeClr val="tx1"/>
            </a:solidFill>
            <a:round/>
            <a:headEnd/>
            <a:tailEnd/>
          </a:ln>
          <a:effectLst/>
        </p:spPr>
        <p:txBody>
          <a:bodyPr wrap="none" anchor="ctr">
            <a:prstTxWarp prst="textNoShape">
              <a:avLst/>
            </a:prstTxWarp>
          </a:bodyPr>
          <a:lstStyle/>
          <a:p>
            <a:endParaRPr lang="en-US"/>
          </a:p>
        </p:txBody>
      </p:sp>
      <p:pic>
        <p:nvPicPr>
          <p:cNvPr id="1037" name="Picture 13" descr="j0078805"/>
          <p:cNvPicPr>
            <a:picLocks noChangeAspect="1" noChangeArrowheads="1"/>
          </p:cNvPicPr>
          <p:nvPr userDrawn="1"/>
        </p:nvPicPr>
        <p:blipFill>
          <a:blip r:embed="rId15"/>
          <a:srcRect/>
          <a:stretch>
            <a:fillRect/>
          </a:stretch>
        </p:blipFill>
        <p:spPr bwMode="auto">
          <a:xfrm>
            <a:off x="0" y="457200"/>
            <a:ext cx="1219200" cy="1089025"/>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rtl="0" eaLnBrk="0" fontAlgn="base" hangingPunct="0">
        <a:spcBef>
          <a:spcPct val="0"/>
        </a:spcBef>
        <a:spcAft>
          <a:spcPct val="0"/>
        </a:spcAft>
        <a:defRPr sz="3200">
          <a:solidFill>
            <a:srgbClr val="808000"/>
          </a:solidFill>
          <a:latin typeface="+mj-lt"/>
          <a:ea typeface="+mj-ea"/>
          <a:cs typeface="+mj-cs"/>
        </a:defRPr>
      </a:lvl1pPr>
      <a:lvl2pPr algn="l" rtl="0" eaLnBrk="0" fontAlgn="base" hangingPunct="0">
        <a:spcBef>
          <a:spcPct val="0"/>
        </a:spcBef>
        <a:spcAft>
          <a:spcPct val="0"/>
        </a:spcAft>
        <a:defRPr sz="3200">
          <a:solidFill>
            <a:srgbClr val="808000"/>
          </a:solidFill>
          <a:latin typeface="Comic Sans MS" charset="0"/>
        </a:defRPr>
      </a:lvl2pPr>
      <a:lvl3pPr algn="l" rtl="0" eaLnBrk="0" fontAlgn="base" hangingPunct="0">
        <a:spcBef>
          <a:spcPct val="0"/>
        </a:spcBef>
        <a:spcAft>
          <a:spcPct val="0"/>
        </a:spcAft>
        <a:defRPr sz="3200">
          <a:solidFill>
            <a:srgbClr val="808000"/>
          </a:solidFill>
          <a:latin typeface="Comic Sans MS" charset="0"/>
        </a:defRPr>
      </a:lvl3pPr>
      <a:lvl4pPr algn="l" rtl="0" eaLnBrk="0" fontAlgn="base" hangingPunct="0">
        <a:spcBef>
          <a:spcPct val="0"/>
        </a:spcBef>
        <a:spcAft>
          <a:spcPct val="0"/>
        </a:spcAft>
        <a:defRPr sz="3200">
          <a:solidFill>
            <a:srgbClr val="808000"/>
          </a:solidFill>
          <a:latin typeface="Comic Sans MS" charset="0"/>
        </a:defRPr>
      </a:lvl4pPr>
      <a:lvl5pPr algn="l" rtl="0" eaLnBrk="0" fontAlgn="base" hangingPunct="0">
        <a:spcBef>
          <a:spcPct val="0"/>
        </a:spcBef>
        <a:spcAft>
          <a:spcPct val="0"/>
        </a:spcAft>
        <a:defRPr sz="3200">
          <a:solidFill>
            <a:srgbClr val="808000"/>
          </a:solidFill>
          <a:latin typeface="Comic Sans MS" charset="0"/>
        </a:defRPr>
      </a:lvl5pPr>
      <a:lvl6pPr marL="457200" algn="l" rtl="0" eaLnBrk="0" fontAlgn="base" hangingPunct="0">
        <a:spcBef>
          <a:spcPct val="0"/>
        </a:spcBef>
        <a:spcAft>
          <a:spcPct val="0"/>
        </a:spcAft>
        <a:defRPr sz="3200">
          <a:solidFill>
            <a:srgbClr val="808000"/>
          </a:solidFill>
          <a:latin typeface="Comic Sans MS" charset="0"/>
        </a:defRPr>
      </a:lvl6pPr>
      <a:lvl7pPr marL="914400" algn="l" rtl="0" eaLnBrk="0" fontAlgn="base" hangingPunct="0">
        <a:spcBef>
          <a:spcPct val="0"/>
        </a:spcBef>
        <a:spcAft>
          <a:spcPct val="0"/>
        </a:spcAft>
        <a:defRPr sz="3200">
          <a:solidFill>
            <a:srgbClr val="808000"/>
          </a:solidFill>
          <a:latin typeface="Comic Sans MS" charset="0"/>
        </a:defRPr>
      </a:lvl7pPr>
      <a:lvl8pPr marL="1371600" algn="l" rtl="0" eaLnBrk="0" fontAlgn="base" hangingPunct="0">
        <a:spcBef>
          <a:spcPct val="0"/>
        </a:spcBef>
        <a:spcAft>
          <a:spcPct val="0"/>
        </a:spcAft>
        <a:defRPr sz="3200">
          <a:solidFill>
            <a:srgbClr val="808000"/>
          </a:solidFill>
          <a:latin typeface="Comic Sans MS" charset="0"/>
        </a:defRPr>
      </a:lvl8pPr>
      <a:lvl9pPr marL="1828800" algn="l" rtl="0" eaLnBrk="0" fontAlgn="base" hangingPunct="0">
        <a:spcBef>
          <a:spcPct val="0"/>
        </a:spcBef>
        <a:spcAft>
          <a:spcPct val="0"/>
        </a:spcAft>
        <a:defRPr sz="3200">
          <a:solidFill>
            <a:srgbClr val="808000"/>
          </a:solidFill>
          <a:latin typeface="Comic Sans MS"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har char="»"/>
        <a:defRPr sz="14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image" Target="../media/image9.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35.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3.wmf"/><Relationship Id="rId5" Type="http://schemas.openxmlformats.org/officeDocument/2006/relationships/oleObject" Target="../embeddings/oleObject9.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11.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BB98AB-1C14-2B46-A743-960DF1EE7A44}" type="datetime1">
              <a:rPr lang="en-US" smtClean="0"/>
              <a:pPr/>
              <a:t>4/21/25</a:t>
            </a:fld>
            <a:endParaRPr lang="en-US" dirty="0"/>
          </a:p>
        </p:txBody>
      </p:sp>
      <p:sp>
        <p:nvSpPr>
          <p:cNvPr id="6" name="Slide Number Placeholder 5"/>
          <p:cNvSpPr>
            <a:spLocks noGrp="1"/>
          </p:cNvSpPr>
          <p:nvPr>
            <p:ph type="sldNum" sz="quarter" idx="12"/>
          </p:nvPr>
        </p:nvSpPr>
        <p:spPr/>
        <p:txBody>
          <a:bodyPr/>
          <a:lstStyle/>
          <a:p>
            <a:endParaRPr lang="en-US" dirty="0"/>
          </a:p>
          <a:p>
            <a:fld id="{C7401837-BFB0-F748-94CF-52A55E53D2BE}" type="slidenum">
              <a:rPr lang="en-US"/>
              <a:pPr/>
              <a:t>1</a:t>
            </a:fld>
            <a:endParaRPr lang="en-US" dirty="0"/>
          </a:p>
        </p:txBody>
      </p:sp>
      <p:sp>
        <p:nvSpPr>
          <p:cNvPr id="2050" name="Rectangle 2"/>
          <p:cNvSpPr>
            <a:spLocks noGrp="1" noChangeArrowheads="1"/>
          </p:cNvSpPr>
          <p:nvPr>
            <p:ph type="ctrTitle"/>
          </p:nvPr>
        </p:nvSpPr>
        <p:spPr>
          <a:xfrm>
            <a:off x="685800" y="2514600"/>
            <a:ext cx="7772400" cy="1143000"/>
          </a:xfrm>
        </p:spPr>
        <p:txBody>
          <a:bodyPr/>
          <a:lstStyle/>
          <a:p>
            <a:pPr algn="ctr"/>
            <a:r>
              <a:rPr lang="en-US" dirty="0"/>
              <a:t>Quantitative Project Management</a:t>
            </a:r>
          </a:p>
        </p:txBody>
      </p:sp>
      <p:sp>
        <p:nvSpPr>
          <p:cNvPr id="2051" name="Rectangle 3"/>
          <p:cNvSpPr>
            <a:spLocks noGrp="1" noChangeArrowheads="1"/>
          </p:cNvSpPr>
          <p:nvPr>
            <p:ph type="subTitle" idx="1"/>
          </p:nvPr>
        </p:nvSpPr>
        <p:spPr>
          <a:xfrm>
            <a:off x="1371600" y="4267200"/>
            <a:ext cx="6400800" cy="1371600"/>
          </a:xfrm>
        </p:spPr>
        <p:txBody>
          <a:bodyPr/>
          <a:lstStyle/>
          <a:p>
            <a:r>
              <a:rPr lang="en-US" dirty="0"/>
              <a:t>MGT 207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CE841-CAD5-431E-A169-A792C51ED0B7}"/>
              </a:ext>
            </a:extLst>
          </p:cNvPr>
          <p:cNvSpPr>
            <a:spLocks noGrp="1"/>
          </p:cNvSpPr>
          <p:nvPr>
            <p:ph type="title" idx="4294967295"/>
          </p:nvPr>
        </p:nvSpPr>
        <p:spPr>
          <a:xfrm>
            <a:off x="535257" y="486123"/>
            <a:ext cx="8229600" cy="656877"/>
          </a:xfrm>
        </p:spPr>
        <p:txBody>
          <a:bodyPr>
            <a:noAutofit/>
          </a:bodyPr>
          <a:lstStyle/>
          <a:p>
            <a:pPr algn="l"/>
            <a:r>
              <a:rPr lang="en-US" sz="3200" dirty="0">
                <a:solidFill>
                  <a:schemeClr val="bg2"/>
                </a:solidFill>
                <a:latin typeface="Calibri Light" charset="0"/>
                <a:ea typeface="Calibri Light" charset="0"/>
                <a:cs typeface="Calibri Light" charset="0"/>
              </a:rPr>
              <a:t>Idea Behind Formalizing PM</a:t>
            </a:r>
          </a:p>
        </p:txBody>
      </p:sp>
      <p:sp>
        <p:nvSpPr>
          <p:cNvPr id="3" name="Content Placeholder 2">
            <a:extLst>
              <a:ext uri="{FF2B5EF4-FFF2-40B4-BE49-F238E27FC236}">
                <a16:creationId xmlns:a16="http://schemas.microsoft.com/office/drawing/2014/main" id="{1A8FD0A1-DD75-4628-91E8-AE4C2B5A6F30}"/>
              </a:ext>
            </a:extLst>
          </p:cNvPr>
          <p:cNvSpPr>
            <a:spLocks noGrp="1"/>
          </p:cNvSpPr>
          <p:nvPr>
            <p:ph idx="4294967295"/>
          </p:nvPr>
        </p:nvSpPr>
        <p:spPr>
          <a:xfrm>
            <a:off x="571956" y="1823575"/>
            <a:ext cx="7647624" cy="4525963"/>
          </a:xfrm>
        </p:spPr>
        <p:txBody>
          <a:bodyPr>
            <a:normAutofit/>
          </a:bodyPr>
          <a:lstStyle/>
          <a:p>
            <a:r>
              <a:rPr lang="en-US" sz="2000" dirty="0"/>
              <a:t>Use structure to combat scale and complexity</a:t>
            </a:r>
          </a:p>
          <a:p>
            <a:r>
              <a:rPr lang="en-US" sz="2000" dirty="0"/>
              <a:t>Make future possibilities more predictable, foresee problems, develop contingency plans</a:t>
            </a:r>
          </a:p>
          <a:p>
            <a:r>
              <a:rPr lang="en-US" sz="2000" dirty="0"/>
              <a:t>Forces us to confront things that are hard to think about in detail</a:t>
            </a:r>
          </a:p>
          <a:p>
            <a:pPr lvl="1"/>
            <a:r>
              <a:rPr lang="en-US" sz="1600" dirty="0"/>
              <a:t>Helpful even when the details don’t unfold as expected</a:t>
            </a:r>
          </a:p>
          <a:p>
            <a:pPr lvl="1"/>
            <a:r>
              <a:rPr lang="en-US" sz="1600" dirty="0"/>
              <a:t>Eisenhower: “The plan is nothing. Planning is everything.”</a:t>
            </a:r>
          </a:p>
          <a:p>
            <a:r>
              <a:rPr lang="en-US" sz="2000" dirty="0"/>
              <a:t>A danger—</a:t>
            </a:r>
          </a:p>
          <a:p>
            <a:pPr lvl="1"/>
            <a:r>
              <a:rPr lang="en-US" sz="1600" dirty="0"/>
              <a:t>Structure can become an end in itself (obsession with documents, milestones)</a:t>
            </a:r>
          </a:p>
          <a:p>
            <a:pPr lvl="1"/>
            <a:r>
              <a:rPr lang="en-US" sz="1600" dirty="0"/>
              <a:t>A distraction or (worse) a constraint on the ability to adjust plans</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cxnSp>
        <p:nvCxnSpPr>
          <p:cNvPr id="11" name="Straight Connector 10"/>
          <p:cNvCxnSpPr/>
          <p:nvPr/>
        </p:nvCxnSpPr>
        <p:spPr>
          <a:xfrm>
            <a:off x="571956" y="1542230"/>
            <a:ext cx="7647624" cy="0"/>
          </a:xfrm>
          <a:prstGeom prst="line">
            <a:avLst/>
          </a:prstGeom>
          <a:ln>
            <a:prstDash val="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00676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CE841-CAD5-431E-A169-A792C51ED0B7}"/>
              </a:ext>
            </a:extLst>
          </p:cNvPr>
          <p:cNvSpPr>
            <a:spLocks noGrp="1"/>
          </p:cNvSpPr>
          <p:nvPr>
            <p:ph type="title" idx="4294967295"/>
          </p:nvPr>
        </p:nvSpPr>
        <p:spPr>
          <a:xfrm>
            <a:off x="535257" y="458070"/>
            <a:ext cx="8358372" cy="837326"/>
          </a:xfrm>
        </p:spPr>
        <p:txBody>
          <a:bodyPr>
            <a:noAutofit/>
          </a:bodyPr>
          <a:lstStyle/>
          <a:p>
            <a:pPr algn="l"/>
            <a:r>
              <a:rPr lang="en-US" sz="3200" dirty="0">
                <a:solidFill>
                  <a:schemeClr val="bg2"/>
                </a:solidFill>
                <a:latin typeface="Calibri Light" charset="0"/>
                <a:ea typeface="Calibri Light" charset="0"/>
                <a:cs typeface="Calibri Light" charset="0"/>
              </a:rPr>
              <a:t>Setting Up Project Norms</a:t>
            </a:r>
          </a:p>
        </p:txBody>
      </p:sp>
      <p:cxnSp>
        <p:nvCxnSpPr>
          <p:cNvPr id="11" name="Straight Connector 10"/>
          <p:cNvCxnSpPr/>
          <p:nvPr/>
        </p:nvCxnSpPr>
        <p:spPr>
          <a:xfrm>
            <a:off x="571956" y="1536755"/>
            <a:ext cx="7647624" cy="0"/>
          </a:xfrm>
          <a:prstGeom prst="line">
            <a:avLst/>
          </a:prstGeom>
          <a:ln>
            <a:prstDash val="dot"/>
          </a:ln>
        </p:spPr>
        <p:style>
          <a:lnRef idx="1">
            <a:schemeClr val="dk1"/>
          </a:lnRef>
          <a:fillRef idx="0">
            <a:schemeClr val="dk1"/>
          </a:fillRef>
          <a:effectRef idx="0">
            <a:schemeClr val="dk1"/>
          </a:effectRef>
          <a:fontRef idx="minor">
            <a:schemeClr val="tx1"/>
          </a:fontRef>
        </p:style>
      </p:cxnSp>
      <p:sp>
        <p:nvSpPr>
          <p:cNvPr id="5" name="Content Placeholder 2">
            <a:extLst>
              <a:ext uri="{FF2B5EF4-FFF2-40B4-BE49-F238E27FC236}">
                <a16:creationId xmlns:a16="http://schemas.microsoft.com/office/drawing/2014/main" id="{EF5CBBAD-62DE-49BD-B87C-1506CC1BDBEF}"/>
              </a:ext>
            </a:extLst>
          </p:cNvPr>
          <p:cNvSpPr>
            <a:spLocks noGrp="1"/>
          </p:cNvSpPr>
          <p:nvPr>
            <p:ph idx="4294967295"/>
          </p:nvPr>
        </p:nvSpPr>
        <p:spPr>
          <a:xfrm>
            <a:off x="571956" y="1659835"/>
            <a:ext cx="7722248" cy="4689703"/>
          </a:xfrm>
        </p:spPr>
        <p:txBody>
          <a:bodyPr>
            <a:normAutofit/>
          </a:bodyPr>
          <a:lstStyle/>
          <a:p>
            <a:r>
              <a:rPr lang="en-US" sz="2000" dirty="0"/>
              <a:t>Determine how the project will operate day to day</a:t>
            </a:r>
          </a:p>
          <a:p>
            <a:pPr lvl="1"/>
            <a:r>
              <a:rPr lang="en-US" sz="1600" dirty="0"/>
              <a:t>Set norms for meetings, updates, communication</a:t>
            </a:r>
          </a:p>
          <a:p>
            <a:pPr lvl="1"/>
            <a:r>
              <a:rPr lang="en-US" sz="1600" dirty="0"/>
              <a:t>Establish official processes for logging, reviewing, updating progress on issues</a:t>
            </a:r>
          </a:p>
          <a:p>
            <a:pPr lvl="1"/>
            <a:r>
              <a:rPr lang="en-US" sz="1600" dirty="0"/>
              <a:t>Set norms and escalation procedures for disagreements and unresolved issues</a:t>
            </a:r>
          </a:p>
          <a:p>
            <a:r>
              <a:rPr lang="en-US" sz="2000" dirty="0"/>
              <a:t>Important questions:</a:t>
            </a:r>
          </a:p>
          <a:p>
            <a:pPr lvl="1"/>
            <a:r>
              <a:rPr lang="en-US" sz="1600" dirty="0"/>
              <a:t>What do we do when we encounter a new problem?</a:t>
            </a:r>
          </a:p>
          <a:p>
            <a:pPr lvl="1"/>
            <a:r>
              <a:rPr lang="en-US" sz="1600" dirty="0"/>
              <a:t>Who do we go to for help making decisions?</a:t>
            </a:r>
          </a:p>
          <a:p>
            <a:pPr lvl="1"/>
            <a:r>
              <a:rPr lang="en-US" sz="1600" dirty="0"/>
              <a:t>How do we check progress on a known issue?</a:t>
            </a:r>
          </a:p>
        </p:txBody>
      </p:sp>
    </p:spTree>
    <p:extLst>
      <p:ext uri="{BB962C8B-B14F-4D97-AF65-F5344CB8AC3E}">
        <p14:creationId xmlns:p14="http://schemas.microsoft.com/office/powerpoint/2010/main" val="29503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6AB4395-B324-164F-9CE2-2A900803783A}" type="datetime1">
              <a:rPr lang="en-US" smtClean="0"/>
              <a:pPr/>
              <a:t>4/21/25</a:t>
            </a:fld>
            <a:endParaRPr lang="en-US"/>
          </a:p>
        </p:txBody>
      </p:sp>
      <p:sp>
        <p:nvSpPr>
          <p:cNvPr id="6" name="Slide Number Placeholder 5"/>
          <p:cNvSpPr>
            <a:spLocks noGrp="1"/>
          </p:cNvSpPr>
          <p:nvPr>
            <p:ph type="sldNum" sz="quarter" idx="12"/>
          </p:nvPr>
        </p:nvSpPr>
        <p:spPr/>
        <p:txBody>
          <a:bodyPr/>
          <a:lstStyle/>
          <a:p>
            <a:endParaRPr lang="en-US"/>
          </a:p>
          <a:p>
            <a:fld id="{8A8CA3BA-56A3-2741-B017-8D4D58B2E47A}" type="slidenum">
              <a:rPr lang="en-US"/>
              <a:pPr/>
              <a:t>4</a:t>
            </a:fld>
            <a:endParaRPr lang="en-US"/>
          </a:p>
        </p:txBody>
      </p:sp>
      <p:sp>
        <p:nvSpPr>
          <p:cNvPr id="80898" name="Rectangle 2"/>
          <p:cNvSpPr>
            <a:spLocks noGrp="1" noChangeArrowheads="1"/>
          </p:cNvSpPr>
          <p:nvPr>
            <p:ph type="title"/>
          </p:nvPr>
        </p:nvSpPr>
        <p:spPr/>
        <p:txBody>
          <a:bodyPr/>
          <a:lstStyle/>
          <a:p>
            <a:r>
              <a:rPr lang="en-US" dirty="0"/>
              <a:t>Overview</a:t>
            </a:r>
          </a:p>
        </p:txBody>
      </p:sp>
      <p:sp>
        <p:nvSpPr>
          <p:cNvPr id="80899" name="Rectangle 3"/>
          <p:cNvSpPr>
            <a:spLocks noGrp="1" noChangeArrowheads="1"/>
          </p:cNvSpPr>
          <p:nvPr>
            <p:ph type="body" idx="1"/>
          </p:nvPr>
        </p:nvSpPr>
        <p:spPr/>
        <p:txBody>
          <a:bodyPr>
            <a:scene3d>
              <a:camera prst="orthographicFront"/>
              <a:lightRig rig="threePt" dir="t"/>
            </a:scene3d>
            <a:sp3d extrusionH="57150">
              <a:bevelT w="38100" h="38100"/>
            </a:sp3d>
          </a:bodyPr>
          <a:lstStyle/>
          <a:p>
            <a:pPr marL="514350" indent="-514350">
              <a:lnSpc>
                <a:spcPct val="90000"/>
              </a:lnSpc>
              <a:buFont typeface="+mj-lt"/>
              <a:buAutoNum type="romanUcPeriod"/>
            </a:pPr>
            <a:r>
              <a:rPr lang="en-US" sz="2000" dirty="0">
                <a:solidFill>
                  <a:schemeClr val="accent2"/>
                </a:solidFill>
                <a:effectLst>
                  <a:innerShdw blurRad="63500" dist="50800" dir="16200000">
                    <a:srgbClr val="000000">
                      <a:alpha val="50000"/>
                    </a:srgbClr>
                  </a:innerShdw>
                </a:effectLst>
              </a:rPr>
              <a:t>Project scheduling with known activity times</a:t>
            </a:r>
          </a:p>
          <a:p>
            <a:pPr marL="857250" lvl="1" indent="-400050">
              <a:lnSpc>
                <a:spcPct val="90000"/>
              </a:lnSpc>
              <a:buFont typeface="+mj-lt"/>
              <a:buAutoNum type="romanUcPeriod"/>
            </a:pPr>
            <a:r>
              <a:rPr lang="en-US" sz="1800" dirty="0">
                <a:solidFill>
                  <a:schemeClr val="accent2"/>
                </a:solidFill>
                <a:effectLst>
                  <a:innerShdw blurRad="63500" dist="50800" dir="16200000">
                    <a:srgbClr val="000000">
                      <a:alpha val="50000"/>
                    </a:srgbClr>
                  </a:innerShdw>
                </a:effectLst>
              </a:rPr>
              <a:t>Example</a:t>
            </a:r>
          </a:p>
          <a:p>
            <a:pPr marL="857250" lvl="1" indent="-400050">
              <a:lnSpc>
                <a:spcPct val="90000"/>
              </a:lnSpc>
              <a:buFont typeface="+mj-lt"/>
              <a:buAutoNum type="romanUcPeriod"/>
            </a:pPr>
            <a:r>
              <a:rPr lang="en-US" sz="1800" dirty="0">
                <a:solidFill>
                  <a:schemeClr val="accent2"/>
                </a:solidFill>
                <a:effectLst>
                  <a:innerShdw blurRad="63500" dist="50800" dir="16200000">
                    <a:srgbClr val="000000">
                      <a:alpha val="50000"/>
                    </a:srgbClr>
                  </a:innerShdw>
                </a:effectLst>
              </a:rPr>
              <a:t>CPM approach</a:t>
            </a:r>
          </a:p>
          <a:p>
            <a:pPr marL="857250" lvl="1" indent="-400050">
              <a:lnSpc>
                <a:spcPct val="90000"/>
              </a:lnSpc>
              <a:buFont typeface="+mj-lt"/>
              <a:buAutoNum type="romanUcPeriod"/>
            </a:pPr>
            <a:endParaRPr lang="en-US" sz="1800" dirty="0"/>
          </a:p>
          <a:p>
            <a:pPr marL="514350" indent="-514350">
              <a:lnSpc>
                <a:spcPct val="90000"/>
              </a:lnSpc>
              <a:buFont typeface="+mj-lt"/>
              <a:buAutoNum type="romanUcPeriod"/>
            </a:pPr>
            <a:r>
              <a:rPr lang="en-US" sz="2000" dirty="0"/>
              <a:t>Project Crashing</a:t>
            </a:r>
          </a:p>
          <a:p>
            <a:pPr marL="857250" lvl="1" indent="-400050">
              <a:lnSpc>
                <a:spcPct val="90000"/>
              </a:lnSpc>
              <a:buFont typeface="+mj-lt"/>
              <a:buAutoNum type="romanUcPeriod"/>
            </a:pPr>
            <a:r>
              <a:rPr lang="en-US" sz="1800" dirty="0"/>
              <a:t>Heuristic approach</a:t>
            </a:r>
          </a:p>
          <a:p>
            <a:pPr marL="857250" lvl="1" indent="-400050">
              <a:lnSpc>
                <a:spcPct val="90000"/>
              </a:lnSpc>
              <a:buFont typeface="+mj-lt"/>
              <a:buAutoNum type="romanUcPeriod"/>
            </a:pPr>
            <a:endParaRPr lang="en-US" sz="1800" dirty="0"/>
          </a:p>
          <a:p>
            <a:pPr marL="514350" indent="-514350">
              <a:lnSpc>
                <a:spcPct val="90000"/>
              </a:lnSpc>
              <a:buFont typeface="+mj-lt"/>
              <a:buAutoNum type="romanUcPeriod"/>
            </a:pPr>
            <a:r>
              <a:rPr lang="en-US" sz="2000" dirty="0"/>
              <a:t>Project scheduling with uncertain activity times</a:t>
            </a:r>
          </a:p>
          <a:p>
            <a:pPr marL="857250" lvl="1" indent="-400050">
              <a:lnSpc>
                <a:spcPct val="90000"/>
              </a:lnSpc>
              <a:buFont typeface="+mj-lt"/>
              <a:buAutoNum type="romanUcPeriod"/>
            </a:pPr>
            <a:r>
              <a:rPr lang="en-US" sz="1800" dirty="0"/>
              <a:t>PERT approach</a:t>
            </a:r>
          </a:p>
          <a:p>
            <a:pPr marL="857250" lvl="1" indent="-400050">
              <a:lnSpc>
                <a:spcPct val="90000"/>
              </a:lnSpc>
              <a:buFont typeface="+mj-lt"/>
              <a:buAutoNum type="romanUcPeriod"/>
            </a:pPr>
            <a:r>
              <a:rPr lang="en-US" sz="1800" dirty="0"/>
              <a:t>Simulation approach</a:t>
            </a:r>
          </a:p>
          <a:p>
            <a:pPr marL="514350" indent="-514350">
              <a:lnSpc>
                <a:spcPct val="90000"/>
              </a:lnSpc>
              <a:buFont typeface="+mj-lt"/>
              <a:buAutoNum type="romanUcPeriod"/>
            </a:pPr>
            <a:endParaRPr lang="en-US" sz="2000" dirty="0"/>
          </a:p>
          <a:p>
            <a:pPr marL="514350" indent="-514350">
              <a:lnSpc>
                <a:spcPct val="90000"/>
              </a:lnSpc>
              <a:buFont typeface="+mj-lt"/>
              <a:buAutoNum type="romanUcPeriod"/>
            </a:pPr>
            <a:r>
              <a:rPr lang="en-US" sz="2000" dirty="0"/>
              <a:t>Case study 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8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89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089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899">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0899">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0899">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08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half" idx="10"/>
          </p:nvPr>
        </p:nvSpPr>
        <p:spPr/>
        <p:txBody>
          <a:bodyPr/>
          <a:lstStyle/>
          <a:p>
            <a:fld id="{6916A2F1-29E0-4B46-9D80-837199C1A22E}" type="datetime1">
              <a:rPr lang="en-US" smtClean="0"/>
              <a:pPr/>
              <a:t>4/21/25</a:t>
            </a:fld>
            <a:endParaRPr lang="en-US"/>
          </a:p>
        </p:txBody>
      </p:sp>
      <p:sp>
        <p:nvSpPr>
          <p:cNvPr id="8" name="Slide Number Placeholder 5"/>
          <p:cNvSpPr>
            <a:spLocks noGrp="1"/>
          </p:cNvSpPr>
          <p:nvPr>
            <p:ph type="sldNum" sz="quarter" idx="12"/>
          </p:nvPr>
        </p:nvSpPr>
        <p:spPr/>
        <p:txBody>
          <a:bodyPr/>
          <a:lstStyle/>
          <a:p>
            <a:endParaRPr lang="en-US"/>
          </a:p>
          <a:p>
            <a:fld id="{BEB994B1-4B0F-FF45-B472-AA8432EBA7CC}" type="slidenum">
              <a:rPr lang="en-US"/>
              <a:pPr/>
              <a:t>5</a:t>
            </a:fld>
            <a:endParaRPr lang="en-US"/>
          </a:p>
        </p:txBody>
      </p:sp>
      <p:sp>
        <p:nvSpPr>
          <p:cNvPr id="81922" name="Rectangle 2"/>
          <p:cNvSpPr>
            <a:spLocks noGrp="1" noChangeArrowheads="1"/>
          </p:cNvSpPr>
          <p:nvPr>
            <p:ph type="title"/>
          </p:nvPr>
        </p:nvSpPr>
        <p:spPr/>
        <p:txBody>
          <a:bodyPr/>
          <a:lstStyle/>
          <a:p>
            <a:r>
              <a:rPr lang="en-US" dirty="0"/>
              <a:t>Product Launch at QP Dolls, Inc.</a:t>
            </a:r>
          </a:p>
        </p:txBody>
      </p:sp>
      <p:sp>
        <p:nvSpPr>
          <p:cNvPr id="81924" name="Rectangle 4"/>
          <p:cNvSpPr>
            <a:spLocks noGrp="1" noChangeArrowheads="1"/>
          </p:cNvSpPr>
          <p:nvPr>
            <p:ph type="body" idx="1"/>
          </p:nvPr>
        </p:nvSpPr>
        <p:spPr>
          <a:xfrm>
            <a:off x="685800" y="1219200"/>
            <a:ext cx="7772400" cy="2057400"/>
          </a:xfrm>
        </p:spPr>
        <p:txBody>
          <a:bodyPr/>
          <a:lstStyle/>
          <a:p>
            <a:pPr>
              <a:lnSpc>
                <a:spcPct val="90000"/>
              </a:lnSpc>
              <a:buFontTx/>
              <a:buNone/>
            </a:pPr>
            <a:r>
              <a:rPr lang="en-US" sz="2000" dirty="0"/>
              <a:t>	QP Dolls, Inc. has developed a new doll it feels could turn into a “collector’s item” through proper advertising on cable TV. Product design has been done. All that remains is to plan and schedule advertising campaign and production. The company has identified 9 activities and the estimated costs for the project launch. How should it schedule the activities so that the product could be launched in the shortest time?</a:t>
            </a:r>
          </a:p>
          <a:p>
            <a:pPr>
              <a:lnSpc>
                <a:spcPct val="90000"/>
              </a:lnSpc>
              <a:buFontTx/>
              <a:buNone/>
            </a:pPr>
            <a:endParaRPr lang="en-US" sz="2000" dirty="0"/>
          </a:p>
          <a:p>
            <a:pPr>
              <a:lnSpc>
                <a:spcPct val="90000"/>
              </a:lnSpc>
              <a:buFontTx/>
              <a:buNone/>
            </a:pPr>
            <a:endParaRPr lang="en-US" sz="1800" dirty="0"/>
          </a:p>
        </p:txBody>
      </p:sp>
      <p:graphicFrame>
        <p:nvGraphicFramePr>
          <p:cNvPr id="81925" name="Object 5"/>
          <p:cNvGraphicFramePr>
            <a:graphicFrameLocks noChangeAspect="1"/>
          </p:cNvGraphicFramePr>
          <p:nvPr/>
        </p:nvGraphicFramePr>
        <p:xfrm>
          <a:off x="685800" y="3352800"/>
          <a:ext cx="7967663" cy="2997200"/>
        </p:xfrm>
        <a:graphic>
          <a:graphicData uri="http://schemas.openxmlformats.org/presentationml/2006/ole">
            <mc:AlternateContent xmlns:mc="http://schemas.openxmlformats.org/markup-compatibility/2006">
              <mc:Choice xmlns:v="urn:schemas-microsoft-com:vml" Requires="v">
                <p:oleObj name="Document" r:id="rId3" imgW="7759700" imgH="3149600" progId="Word.Document.8">
                  <p:embed/>
                </p:oleObj>
              </mc:Choice>
              <mc:Fallback>
                <p:oleObj name="Document" r:id="rId3" imgW="7759700" imgH="3149600" progId="Word.Document.8">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352800"/>
                        <a:ext cx="7967663" cy="299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81926" name="Picture 6" descr="j0138345"/>
          <p:cNvPicPr>
            <a:picLocks noChangeAspect="1" noChangeArrowheads="1"/>
          </p:cNvPicPr>
          <p:nvPr/>
        </p:nvPicPr>
        <p:blipFill>
          <a:blip r:embed="rId5"/>
          <a:srcRect/>
          <a:stretch>
            <a:fillRect/>
          </a:stretch>
        </p:blipFill>
        <p:spPr bwMode="auto">
          <a:xfrm>
            <a:off x="0" y="5791200"/>
            <a:ext cx="1014413" cy="8159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4" fill="hold" nodeType="withEffect">
                                  <p:stCondLst>
                                    <p:cond delay="0"/>
                                  </p:stCondLst>
                                  <p:childTnLst>
                                    <p:set>
                                      <p:cBhvr>
                                        <p:cTn id="6" dur="1" fill="hold">
                                          <p:stCondLst>
                                            <p:cond delay="0"/>
                                          </p:stCondLst>
                                        </p:cTn>
                                        <p:tgtEl>
                                          <p:spTgt spid="81926"/>
                                        </p:tgtEl>
                                        <p:attrNameLst>
                                          <p:attrName>style.visibility</p:attrName>
                                        </p:attrNameLst>
                                      </p:cBhvr>
                                      <p:to>
                                        <p:strVal val="visible"/>
                                      </p:to>
                                    </p:set>
                                    <p:anim calcmode="lin" valueType="num">
                                      <p:cBhvr additive="base">
                                        <p:cTn id="7" dur="2000" fill="hold"/>
                                        <p:tgtEl>
                                          <p:spTgt spid="81926"/>
                                        </p:tgtEl>
                                        <p:attrNameLst>
                                          <p:attrName>ppt_x</p:attrName>
                                        </p:attrNameLst>
                                      </p:cBhvr>
                                      <p:tavLst>
                                        <p:tav tm="0">
                                          <p:val>
                                            <p:strVal val="#ppt_x"/>
                                          </p:val>
                                        </p:tav>
                                        <p:tav tm="100000">
                                          <p:val>
                                            <p:strVal val="#ppt_x"/>
                                          </p:val>
                                        </p:tav>
                                      </p:tavLst>
                                    </p:anim>
                                    <p:anim calcmode="lin" valueType="num">
                                      <p:cBhvr additive="base">
                                        <p:cTn id="8" dur="2000" fill="hold"/>
                                        <p:tgtEl>
                                          <p:spTgt spid="819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733199D-26CE-AD4F-93F6-C40921E80E9B}" type="datetime1">
              <a:rPr lang="en-US" smtClean="0"/>
              <a:pPr/>
              <a:t>4/21/25</a:t>
            </a:fld>
            <a:endParaRPr lang="en-US"/>
          </a:p>
        </p:txBody>
      </p:sp>
      <p:sp>
        <p:nvSpPr>
          <p:cNvPr id="6" name="Slide Number Placeholder 5"/>
          <p:cNvSpPr>
            <a:spLocks noGrp="1"/>
          </p:cNvSpPr>
          <p:nvPr>
            <p:ph type="sldNum" sz="quarter" idx="12"/>
          </p:nvPr>
        </p:nvSpPr>
        <p:spPr/>
        <p:txBody>
          <a:bodyPr/>
          <a:lstStyle/>
          <a:p>
            <a:endParaRPr lang="en-US"/>
          </a:p>
          <a:p>
            <a:fld id="{EAFB4B9A-727E-DF4E-804B-575478554B38}" type="slidenum">
              <a:rPr lang="en-US"/>
              <a:pPr/>
              <a:t>6</a:t>
            </a:fld>
            <a:endParaRPr lang="en-US"/>
          </a:p>
        </p:txBody>
      </p:sp>
      <p:sp>
        <p:nvSpPr>
          <p:cNvPr id="84994" name="Rectangle 2"/>
          <p:cNvSpPr>
            <a:spLocks noGrp="1" noChangeArrowheads="1"/>
          </p:cNvSpPr>
          <p:nvPr>
            <p:ph type="title"/>
          </p:nvPr>
        </p:nvSpPr>
        <p:spPr/>
        <p:txBody>
          <a:bodyPr/>
          <a:lstStyle/>
          <a:p>
            <a:r>
              <a:rPr lang="en-US"/>
              <a:t>Construction of a Network Diagram</a:t>
            </a:r>
          </a:p>
        </p:txBody>
      </p:sp>
      <p:sp>
        <p:nvSpPr>
          <p:cNvPr id="84995" name="Rectangle 3"/>
          <p:cNvSpPr>
            <a:spLocks noGrp="1" noChangeArrowheads="1"/>
          </p:cNvSpPr>
          <p:nvPr>
            <p:ph type="body" idx="1"/>
          </p:nvPr>
        </p:nvSpPr>
        <p:spPr>
          <a:xfrm>
            <a:off x="685800" y="1219200"/>
            <a:ext cx="7772400" cy="4572000"/>
          </a:xfrm>
        </p:spPr>
        <p:txBody>
          <a:bodyPr/>
          <a:lstStyle/>
          <a:p>
            <a:pPr>
              <a:lnSpc>
                <a:spcPct val="90000"/>
              </a:lnSpc>
              <a:buFontTx/>
              <a:buNone/>
            </a:pPr>
            <a:r>
              <a:rPr lang="en-US" dirty="0">
                <a:latin typeface="Lucida Sans" charset="0"/>
              </a:rPr>
              <a:t>	Given:</a:t>
            </a:r>
          </a:p>
          <a:p>
            <a:pPr lvl="1">
              <a:lnSpc>
                <a:spcPct val="90000"/>
              </a:lnSpc>
              <a:buFontTx/>
              <a:buNone/>
            </a:pPr>
            <a:r>
              <a:rPr lang="en-US" dirty="0">
                <a:latin typeface="Lucida Sans" charset="0"/>
              </a:rPr>
              <a:t>	(1) list of all activities</a:t>
            </a:r>
          </a:p>
          <a:p>
            <a:pPr lvl="1">
              <a:lnSpc>
                <a:spcPct val="90000"/>
              </a:lnSpc>
              <a:buFontTx/>
              <a:buNone/>
            </a:pPr>
            <a:r>
              <a:rPr lang="en-US" dirty="0">
                <a:latin typeface="Lucida Sans" charset="0"/>
              </a:rPr>
              <a:t>	(2) precedence relationships</a:t>
            </a:r>
          </a:p>
          <a:p>
            <a:pPr lvl="1">
              <a:lnSpc>
                <a:spcPct val="90000"/>
              </a:lnSpc>
              <a:buFontTx/>
              <a:buNone/>
            </a:pPr>
            <a:r>
              <a:rPr lang="en-US" dirty="0">
                <a:latin typeface="Lucida Sans" charset="0"/>
              </a:rPr>
              <a:t>	(3) estimates of time and cost for each activity</a:t>
            </a:r>
          </a:p>
          <a:p>
            <a:pPr lvl="1">
              <a:lnSpc>
                <a:spcPct val="90000"/>
              </a:lnSpc>
              <a:buFontTx/>
              <a:buNone/>
            </a:pPr>
            <a:endParaRPr lang="en-US" dirty="0">
              <a:latin typeface="Lucida Sans" charset="0"/>
            </a:endParaRPr>
          </a:p>
          <a:p>
            <a:pPr>
              <a:lnSpc>
                <a:spcPct val="90000"/>
              </a:lnSpc>
              <a:buFontTx/>
              <a:buNone/>
            </a:pPr>
            <a:r>
              <a:rPr lang="en-US" dirty="0">
                <a:latin typeface="Lucida Sans" charset="0"/>
              </a:rPr>
              <a:t>	 We are able to construct a network diagram where:</a:t>
            </a:r>
          </a:p>
          <a:p>
            <a:pPr lvl="1">
              <a:lnSpc>
                <a:spcPct val="90000"/>
              </a:lnSpc>
              <a:buFontTx/>
              <a:buNone/>
            </a:pPr>
            <a:r>
              <a:rPr lang="en-US" dirty="0">
                <a:latin typeface="Lucida Sans" charset="0"/>
              </a:rPr>
              <a:t>	(1)  each </a:t>
            </a:r>
            <a:r>
              <a:rPr lang="en-US" u="sng" dirty="0">
                <a:latin typeface="Lucida Sans" charset="0"/>
              </a:rPr>
              <a:t>node</a:t>
            </a:r>
            <a:r>
              <a:rPr lang="en-US" dirty="0">
                <a:latin typeface="Lucida Sans" charset="0"/>
              </a:rPr>
              <a:t> represents an </a:t>
            </a:r>
            <a:r>
              <a:rPr lang="en-US" u="sng" dirty="0">
                <a:latin typeface="Lucida Sans" charset="0"/>
              </a:rPr>
              <a:t>activity</a:t>
            </a:r>
            <a:endParaRPr lang="en-US" dirty="0">
              <a:latin typeface="Lucida Sans" charset="0"/>
            </a:endParaRPr>
          </a:p>
          <a:p>
            <a:pPr lvl="1">
              <a:lnSpc>
                <a:spcPct val="90000"/>
              </a:lnSpc>
              <a:buFontTx/>
              <a:buNone/>
            </a:pPr>
            <a:r>
              <a:rPr lang="en-US" dirty="0">
                <a:latin typeface="Lucida Sans" charset="0"/>
              </a:rPr>
              <a:t>	(2)  each </a:t>
            </a:r>
            <a:r>
              <a:rPr lang="en-US" u="sng" dirty="0">
                <a:latin typeface="Lucida Sans" charset="0"/>
              </a:rPr>
              <a:t>arc</a:t>
            </a:r>
            <a:r>
              <a:rPr lang="en-US" dirty="0">
                <a:latin typeface="Lucida Sans" charset="0"/>
              </a:rPr>
              <a:t> represents the precedence relationship 		between two activities</a:t>
            </a:r>
            <a:endParaRPr lang="en-US" i="1" dirty="0">
              <a:latin typeface="Lucida Sans" charset="0"/>
            </a:endParaRPr>
          </a:p>
          <a:p>
            <a:pPr lvl="1">
              <a:lnSpc>
                <a:spcPct val="90000"/>
              </a:lnSpc>
              <a:buFontTx/>
              <a:buNone/>
            </a:pPr>
            <a:r>
              <a:rPr lang="en-US" dirty="0">
                <a:latin typeface="Lucida Sans" charset="0"/>
              </a:rPr>
              <a:t>	(3) there is a (dummy) starting node </a:t>
            </a:r>
            <a:r>
              <a:rPr lang="en-US" dirty="0">
                <a:solidFill>
                  <a:schemeClr val="accent2"/>
                </a:solidFill>
                <a:latin typeface="Lucida Sans" charset="0"/>
              </a:rPr>
              <a:t>ST</a:t>
            </a:r>
            <a:r>
              <a:rPr lang="en-US" dirty="0">
                <a:latin typeface="Lucida Sans" charset="0"/>
              </a:rPr>
              <a:t> and a (dummy) 	    	   finishing node </a:t>
            </a:r>
            <a:r>
              <a:rPr lang="en-US" dirty="0">
                <a:solidFill>
                  <a:schemeClr val="accent2"/>
                </a:solidFill>
                <a:latin typeface="Lucida Sans" charset="0"/>
              </a:rPr>
              <a:t>FIN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dissolve">
                                      <p:cBhvr>
                                        <p:cTn id="7" dur="500"/>
                                        <p:tgtEl>
                                          <p:spTgt spid="84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dissolve">
                                      <p:cBhvr>
                                        <p:cTn id="12" dur="500"/>
                                        <p:tgtEl>
                                          <p:spTgt spid="849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4995">
                                            <p:txEl>
                                              <p:pRg st="2" end="2"/>
                                            </p:txEl>
                                          </p:spTgt>
                                        </p:tgtEl>
                                        <p:attrNameLst>
                                          <p:attrName>style.visibility</p:attrName>
                                        </p:attrNameLst>
                                      </p:cBhvr>
                                      <p:to>
                                        <p:strVal val="visible"/>
                                      </p:to>
                                    </p:set>
                                    <p:animEffect transition="in" filter="dissolve">
                                      <p:cBhvr>
                                        <p:cTn id="17" dur="500"/>
                                        <p:tgtEl>
                                          <p:spTgt spid="849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4995">
                                            <p:txEl>
                                              <p:pRg st="3" end="3"/>
                                            </p:txEl>
                                          </p:spTgt>
                                        </p:tgtEl>
                                        <p:attrNameLst>
                                          <p:attrName>style.visibility</p:attrName>
                                        </p:attrNameLst>
                                      </p:cBhvr>
                                      <p:to>
                                        <p:strVal val="visible"/>
                                      </p:to>
                                    </p:set>
                                    <p:animEffect transition="in" filter="dissolve">
                                      <p:cBhvr>
                                        <p:cTn id="22" dur="500"/>
                                        <p:tgtEl>
                                          <p:spTgt spid="849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4995">
                                            <p:txEl>
                                              <p:pRg st="5" end="5"/>
                                            </p:txEl>
                                          </p:spTgt>
                                        </p:tgtEl>
                                        <p:attrNameLst>
                                          <p:attrName>style.visibility</p:attrName>
                                        </p:attrNameLst>
                                      </p:cBhvr>
                                      <p:to>
                                        <p:strVal val="visible"/>
                                      </p:to>
                                    </p:set>
                                    <p:animEffect transition="in" filter="dissolve">
                                      <p:cBhvr>
                                        <p:cTn id="27" dur="500"/>
                                        <p:tgtEl>
                                          <p:spTgt spid="849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4995">
                                            <p:txEl>
                                              <p:pRg st="6" end="6"/>
                                            </p:txEl>
                                          </p:spTgt>
                                        </p:tgtEl>
                                        <p:attrNameLst>
                                          <p:attrName>style.visibility</p:attrName>
                                        </p:attrNameLst>
                                      </p:cBhvr>
                                      <p:to>
                                        <p:strVal val="visible"/>
                                      </p:to>
                                    </p:set>
                                    <p:animEffect transition="in" filter="dissolve">
                                      <p:cBhvr>
                                        <p:cTn id="32" dur="500"/>
                                        <p:tgtEl>
                                          <p:spTgt spid="8499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4995">
                                            <p:txEl>
                                              <p:pRg st="7" end="7"/>
                                            </p:txEl>
                                          </p:spTgt>
                                        </p:tgtEl>
                                        <p:attrNameLst>
                                          <p:attrName>style.visibility</p:attrName>
                                        </p:attrNameLst>
                                      </p:cBhvr>
                                      <p:to>
                                        <p:strVal val="visible"/>
                                      </p:to>
                                    </p:set>
                                    <p:animEffect transition="in" filter="dissolve">
                                      <p:cBhvr>
                                        <p:cTn id="37" dur="500"/>
                                        <p:tgtEl>
                                          <p:spTgt spid="8499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84995">
                                            <p:txEl>
                                              <p:pRg st="8" end="8"/>
                                            </p:txEl>
                                          </p:spTgt>
                                        </p:tgtEl>
                                        <p:attrNameLst>
                                          <p:attrName>style.visibility</p:attrName>
                                        </p:attrNameLst>
                                      </p:cBhvr>
                                      <p:to>
                                        <p:strVal val="visible"/>
                                      </p:to>
                                    </p:set>
                                    <p:animEffect transition="in" filter="dissolve">
                                      <p:cBhvr>
                                        <p:cTn id="42" dur="500"/>
                                        <p:tgtEl>
                                          <p:spTgt spid="849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Date Placeholder 3"/>
          <p:cNvSpPr>
            <a:spLocks noGrp="1"/>
          </p:cNvSpPr>
          <p:nvPr>
            <p:ph type="dt" sz="half" idx="10"/>
          </p:nvPr>
        </p:nvSpPr>
        <p:spPr/>
        <p:txBody>
          <a:bodyPr/>
          <a:lstStyle/>
          <a:p>
            <a:fld id="{BFAF3030-D9CA-B24B-88EC-613FFFDB77C4}" type="datetime1">
              <a:rPr lang="en-US" smtClean="0"/>
              <a:pPr/>
              <a:t>4/21/25</a:t>
            </a:fld>
            <a:endParaRPr lang="en-US"/>
          </a:p>
        </p:txBody>
      </p:sp>
      <p:sp>
        <p:nvSpPr>
          <p:cNvPr id="20" name="Slide Number Placeholder 5"/>
          <p:cNvSpPr>
            <a:spLocks noGrp="1"/>
          </p:cNvSpPr>
          <p:nvPr>
            <p:ph type="sldNum" sz="quarter" idx="12"/>
          </p:nvPr>
        </p:nvSpPr>
        <p:spPr/>
        <p:txBody>
          <a:bodyPr/>
          <a:lstStyle/>
          <a:p>
            <a:endParaRPr lang="en-US"/>
          </a:p>
          <a:p>
            <a:fld id="{1F198021-5273-BF45-9BE8-F9A23B266A60}" type="slidenum">
              <a:rPr lang="en-US"/>
              <a:pPr/>
              <a:t>7</a:t>
            </a:fld>
            <a:endParaRPr lang="en-US"/>
          </a:p>
        </p:txBody>
      </p:sp>
      <p:sp>
        <p:nvSpPr>
          <p:cNvPr id="86018" name="Rectangle 2"/>
          <p:cNvSpPr>
            <a:spLocks noGrp="1" noChangeArrowheads="1"/>
          </p:cNvSpPr>
          <p:nvPr>
            <p:ph type="title"/>
          </p:nvPr>
        </p:nvSpPr>
        <p:spPr/>
        <p:txBody>
          <a:bodyPr/>
          <a:lstStyle/>
          <a:p>
            <a:r>
              <a:rPr lang="en-US"/>
              <a:t>Scheduling Calculations</a:t>
            </a:r>
          </a:p>
        </p:txBody>
      </p:sp>
      <p:sp>
        <p:nvSpPr>
          <p:cNvPr id="86019" name="Rectangle 3"/>
          <p:cNvSpPr>
            <a:spLocks noGrp="1" noChangeArrowheads="1"/>
          </p:cNvSpPr>
          <p:nvPr>
            <p:ph type="body" idx="1"/>
          </p:nvPr>
        </p:nvSpPr>
        <p:spPr/>
        <p:txBody>
          <a:bodyPr/>
          <a:lstStyle/>
          <a:p>
            <a:pPr>
              <a:buFontTx/>
              <a:buNone/>
            </a:pPr>
            <a:r>
              <a:rPr lang="en-US" dirty="0">
                <a:latin typeface="Lucida Sans" charset="0"/>
              </a:rPr>
              <a:t>	</a:t>
            </a:r>
            <a:r>
              <a:rPr lang="en-US" sz="2000" dirty="0">
                <a:latin typeface="Lucida Sans" charset="0"/>
              </a:rPr>
              <a:t>After creating a network of a project, the next step in the CPM is to determine the earliest time that each activity in the network can start and finish. We determine these by what is called a </a:t>
            </a:r>
            <a:r>
              <a:rPr lang="en-US" sz="2000" dirty="0">
                <a:solidFill>
                  <a:srgbClr val="3333CC"/>
                </a:solidFill>
                <a:latin typeface="Lucida Sans" charset="0"/>
              </a:rPr>
              <a:t>forward pass</a:t>
            </a:r>
            <a:r>
              <a:rPr lang="en-US" sz="2000" dirty="0">
                <a:latin typeface="Lucida Sans" charset="0"/>
              </a:rPr>
              <a:t>.</a:t>
            </a:r>
          </a:p>
          <a:p>
            <a:pPr>
              <a:buFontTx/>
              <a:buNone/>
            </a:pPr>
            <a:r>
              <a:rPr lang="en-US" dirty="0">
                <a:latin typeface="Lucida Sans" charset="0"/>
              </a:rPr>
              <a:t>A.	Notation</a:t>
            </a:r>
          </a:p>
          <a:p>
            <a:pPr lvl="1">
              <a:buFontTx/>
              <a:buNone/>
            </a:pPr>
            <a:r>
              <a:rPr lang="en-US" dirty="0" err="1">
                <a:latin typeface="Lucida Sans" charset="0"/>
              </a:rPr>
              <a:t>t</a:t>
            </a:r>
            <a:r>
              <a:rPr lang="en-US" baseline="-25000" dirty="0" err="1">
                <a:latin typeface="Lucida Sans" charset="0"/>
              </a:rPr>
              <a:t>k</a:t>
            </a:r>
            <a:r>
              <a:rPr lang="en-US" dirty="0">
                <a:latin typeface="Lucida Sans" charset="0"/>
              </a:rPr>
              <a:t>	= estimate of the mean duration time of activity  </a:t>
            </a:r>
            <a:r>
              <a:rPr lang="en-US" dirty="0" err="1">
                <a:latin typeface="Lucida Sans" charset="0"/>
              </a:rPr>
              <a:t>k</a:t>
            </a:r>
            <a:endParaRPr lang="en-US" dirty="0">
              <a:latin typeface="Lucida Sans" charset="0"/>
            </a:endParaRPr>
          </a:p>
          <a:p>
            <a:pPr lvl="1">
              <a:buFontTx/>
              <a:buNone/>
            </a:pPr>
            <a:r>
              <a:rPr lang="en-US" dirty="0" err="1">
                <a:latin typeface="Lucida Sans" charset="0"/>
              </a:rPr>
              <a:t>ES</a:t>
            </a:r>
            <a:r>
              <a:rPr lang="en-US" baseline="-25000" dirty="0" err="1">
                <a:latin typeface="Lucida Sans" charset="0"/>
              </a:rPr>
              <a:t>k</a:t>
            </a:r>
            <a:r>
              <a:rPr lang="en-US" dirty="0">
                <a:latin typeface="Lucida Sans" charset="0"/>
              </a:rPr>
              <a:t>	= </a:t>
            </a:r>
            <a:r>
              <a:rPr lang="en-US" u="sng" dirty="0">
                <a:solidFill>
                  <a:schemeClr val="accent2"/>
                </a:solidFill>
                <a:latin typeface="Lucida Sans" charset="0"/>
              </a:rPr>
              <a:t>earliest start</a:t>
            </a:r>
            <a:r>
              <a:rPr lang="en-US" dirty="0">
                <a:latin typeface="Lucida Sans" charset="0"/>
              </a:rPr>
              <a:t> time for activity </a:t>
            </a:r>
            <a:r>
              <a:rPr lang="en-US" dirty="0" err="1">
                <a:latin typeface="Lucida Sans" charset="0"/>
              </a:rPr>
              <a:t>k</a:t>
            </a:r>
            <a:endParaRPr lang="en-US" dirty="0">
              <a:latin typeface="Lucida Sans" charset="0"/>
            </a:endParaRPr>
          </a:p>
          <a:p>
            <a:pPr lvl="1">
              <a:buFontTx/>
              <a:buNone/>
            </a:pPr>
            <a:r>
              <a:rPr lang="en-US" dirty="0" err="1">
                <a:latin typeface="Lucida Sans" charset="0"/>
              </a:rPr>
              <a:t>EF</a:t>
            </a:r>
            <a:r>
              <a:rPr lang="en-US" baseline="-25000" dirty="0" err="1">
                <a:latin typeface="Lucida Sans" charset="0"/>
              </a:rPr>
              <a:t>k</a:t>
            </a:r>
            <a:r>
              <a:rPr lang="en-US" dirty="0">
                <a:latin typeface="Lucida Sans" charset="0"/>
              </a:rPr>
              <a:t>	= </a:t>
            </a:r>
            <a:r>
              <a:rPr lang="en-US" u="sng" dirty="0">
                <a:solidFill>
                  <a:schemeClr val="accent2"/>
                </a:solidFill>
                <a:latin typeface="Lucida Sans" charset="0"/>
              </a:rPr>
              <a:t>earliest finish</a:t>
            </a:r>
            <a:r>
              <a:rPr lang="en-US" dirty="0">
                <a:latin typeface="Lucida Sans" charset="0"/>
              </a:rPr>
              <a:t> time for activity  </a:t>
            </a:r>
            <a:r>
              <a:rPr lang="en-US" dirty="0" err="1">
                <a:latin typeface="Lucida Sans" charset="0"/>
              </a:rPr>
              <a:t>k</a:t>
            </a:r>
            <a:endParaRPr lang="en-US" dirty="0">
              <a:latin typeface="Lucida Sans" charset="0"/>
            </a:endParaRPr>
          </a:p>
          <a:p>
            <a:pPr lvl="1">
              <a:buFontTx/>
              <a:buNone/>
            </a:pPr>
            <a:r>
              <a:rPr lang="en-US" dirty="0" err="1">
                <a:latin typeface="Lucida Sans" charset="0"/>
              </a:rPr>
              <a:t>LS</a:t>
            </a:r>
            <a:r>
              <a:rPr lang="en-US" baseline="-25000" dirty="0" err="1">
                <a:latin typeface="Lucida Sans" charset="0"/>
              </a:rPr>
              <a:t>k</a:t>
            </a:r>
            <a:r>
              <a:rPr lang="en-US" dirty="0">
                <a:latin typeface="Lucida Sans" charset="0"/>
              </a:rPr>
              <a:t>	= </a:t>
            </a:r>
            <a:r>
              <a:rPr lang="en-US" u="sng" dirty="0">
                <a:solidFill>
                  <a:schemeClr val="accent2"/>
                </a:solidFill>
                <a:latin typeface="Lucida Sans" charset="0"/>
              </a:rPr>
              <a:t>latest</a:t>
            </a:r>
            <a:r>
              <a:rPr lang="en-US" dirty="0">
                <a:latin typeface="Lucida Sans" charset="0"/>
              </a:rPr>
              <a:t> allowable </a:t>
            </a:r>
            <a:r>
              <a:rPr lang="en-US" u="sng" dirty="0">
                <a:solidFill>
                  <a:schemeClr val="accent2"/>
                </a:solidFill>
                <a:latin typeface="Lucida Sans" charset="0"/>
              </a:rPr>
              <a:t>start</a:t>
            </a:r>
            <a:r>
              <a:rPr lang="en-US" dirty="0">
                <a:latin typeface="Lucida Sans" charset="0"/>
              </a:rPr>
              <a:t> time for activity  </a:t>
            </a:r>
            <a:r>
              <a:rPr lang="en-US" dirty="0" err="1">
                <a:latin typeface="Lucida Sans" charset="0"/>
              </a:rPr>
              <a:t>k</a:t>
            </a:r>
            <a:endParaRPr lang="en-US" dirty="0">
              <a:latin typeface="Lucida Sans" charset="0"/>
            </a:endParaRPr>
          </a:p>
          <a:p>
            <a:pPr lvl="1">
              <a:buFontTx/>
              <a:buNone/>
            </a:pPr>
            <a:r>
              <a:rPr lang="en-US" dirty="0" err="1">
                <a:latin typeface="Lucida Sans" charset="0"/>
              </a:rPr>
              <a:t>LF</a:t>
            </a:r>
            <a:r>
              <a:rPr lang="en-US" baseline="-25000" dirty="0" err="1">
                <a:latin typeface="Lucida Sans" charset="0"/>
              </a:rPr>
              <a:t>k</a:t>
            </a:r>
            <a:r>
              <a:rPr lang="en-US" dirty="0">
                <a:latin typeface="Lucida Sans" charset="0"/>
              </a:rPr>
              <a:t>	= </a:t>
            </a:r>
            <a:r>
              <a:rPr lang="en-US" u="sng" dirty="0">
                <a:solidFill>
                  <a:schemeClr val="accent2"/>
                </a:solidFill>
                <a:latin typeface="Lucida Sans" charset="0"/>
              </a:rPr>
              <a:t>latest</a:t>
            </a:r>
            <a:r>
              <a:rPr lang="en-US" dirty="0">
                <a:latin typeface="Lucida Sans" charset="0"/>
              </a:rPr>
              <a:t> allowable </a:t>
            </a:r>
            <a:r>
              <a:rPr lang="en-US" u="sng" dirty="0">
                <a:solidFill>
                  <a:schemeClr val="accent2"/>
                </a:solidFill>
                <a:latin typeface="Lucida Sans" charset="0"/>
              </a:rPr>
              <a:t>finish</a:t>
            </a:r>
            <a:r>
              <a:rPr lang="en-US" dirty="0">
                <a:latin typeface="Lucida Sans" charset="0"/>
              </a:rPr>
              <a:t> time for activity </a:t>
            </a:r>
            <a:r>
              <a:rPr lang="en-US" dirty="0" err="1">
                <a:latin typeface="Lucida Sans" charset="0"/>
              </a:rPr>
              <a:t>k</a:t>
            </a:r>
            <a:endParaRPr lang="en-US" dirty="0">
              <a:latin typeface="Lucida Sans" charset="0"/>
            </a:endParaRPr>
          </a:p>
          <a:p>
            <a:pPr lvl="1">
              <a:buFontTx/>
              <a:buNone/>
            </a:pPr>
            <a:endParaRPr lang="en-US" dirty="0">
              <a:latin typeface="Lucida Sans" charset="0"/>
            </a:endParaRPr>
          </a:p>
          <a:p>
            <a:pPr>
              <a:buFontTx/>
              <a:buNone/>
            </a:pPr>
            <a:endParaRPr lang="en-US" dirty="0">
              <a:solidFill>
                <a:schemeClr val="accent2"/>
              </a:solidFill>
              <a:latin typeface="Lucida Sans" charset="0"/>
            </a:endParaRPr>
          </a:p>
        </p:txBody>
      </p:sp>
      <p:graphicFrame>
        <p:nvGraphicFramePr>
          <p:cNvPr id="86020" name="Group 4"/>
          <p:cNvGraphicFramePr>
            <a:graphicFrameLocks noGrp="1"/>
          </p:cNvGraphicFramePr>
          <p:nvPr/>
        </p:nvGraphicFramePr>
        <p:xfrm>
          <a:off x="3733800" y="5334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tx1"/>
                          </a:solidFill>
                          <a:effectLst/>
                          <a:latin typeface="Lucida Sans" charset="0"/>
                        </a:rPr>
                        <a:t>ES</a:t>
                      </a:r>
                      <a:r>
                        <a:rPr kumimoji="0" lang="en-US" sz="2000" b="0" i="0" u="none" strike="noStrike" cap="none" normalizeH="0" baseline="-25000" dirty="0" err="1">
                          <a:ln>
                            <a:noFill/>
                          </a:ln>
                          <a:solidFill>
                            <a:schemeClr val="tx1"/>
                          </a:solidFill>
                          <a:effectLst/>
                          <a:latin typeface="Lucida Sans" charset="0"/>
                        </a:rPr>
                        <a:t>k</a:t>
                      </a:r>
                      <a:endParaRPr kumimoji="0" lang="en-US" sz="2000" b="0" i="0" u="none" strike="noStrike" cap="none" normalizeH="0" baseline="0" dirty="0">
                        <a:ln>
                          <a:noFill/>
                        </a:ln>
                        <a:solidFill>
                          <a:schemeClr val="tx1"/>
                        </a:solidFill>
                        <a:effectLst/>
                        <a:latin typeface="Lucida San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Lucida Sans" charset="0"/>
                        </a:rPr>
                        <a:t>EF</a:t>
                      </a:r>
                      <a:r>
                        <a:rPr kumimoji="0" lang="en-US" sz="2000" b="0" i="0" u="none" strike="noStrike" cap="none" normalizeH="0" baseline="-25000">
                          <a:ln>
                            <a:noFill/>
                          </a:ln>
                          <a:solidFill>
                            <a:schemeClr val="tx1"/>
                          </a:solidFill>
                          <a:effectLst/>
                          <a:latin typeface="Lucida Sans" charset="0"/>
                        </a:rPr>
                        <a:t>k</a:t>
                      </a:r>
                      <a:endParaRPr kumimoji="0" lang="en-US" sz="2000" b="0" i="0" u="none" strike="noStrike" cap="none" normalizeH="0" baseline="0">
                        <a:ln>
                          <a:noFill/>
                        </a:ln>
                        <a:solidFill>
                          <a:schemeClr val="tx1"/>
                        </a:solidFill>
                        <a:effectLst/>
                        <a:latin typeface="Lucida San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Lucida Sans" charset="0"/>
                        </a:rPr>
                        <a:t>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Lucida Sans" charset="0"/>
                        </a:rPr>
                        <a:t>t</a:t>
                      </a:r>
                      <a:r>
                        <a:rPr kumimoji="0" lang="en-US" sz="1400" b="0" i="0" u="none" strike="noStrike" cap="none" normalizeH="0" baseline="-25000">
                          <a:ln>
                            <a:noFill/>
                          </a:ln>
                          <a:solidFill>
                            <a:schemeClr val="tx1"/>
                          </a:solidFill>
                          <a:effectLst/>
                          <a:latin typeface="Lucida Sans" charset="0"/>
                        </a:rPr>
                        <a:t>k</a:t>
                      </a:r>
                      <a:endParaRPr kumimoji="0" lang="en-US" sz="1400" b="0" i="0" u="none" strike="noStrike" cap="none" normalizeH="0" baseline="0">
                        <a:ln>
                          <a:noFill/>
                        </a:ln>
                        <a:solidFill>
                          <a:schemeClr val="tx1"/>
                        </a:solidFill>
                        <a:effectLst/>
                        <a:latin typeface="Lucida San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Lucida Sans" charset="0"/>
                        </a:rPr>
                        <a:t>LS</a:t>
                      </a:r>
                      <a:r>
                        <a:rPr kumimoji="0" lang="en-US" sz="2000" b="0" i="0" u="none" strike="noStrike" cap="none" normalizeH="0" baseline="-25000">
                          <a:ln>
                            <a:noFill/>
                          </a:ln>
                          <a:solidFill>
                            <a:schemeClr val="tx1"/>
                          </a:solidFill>
                          <a:effectLst/>
                          <a:latin typeface="Lucida Sans" charset="0"/>
                        </a:rPr>
                        <a:t>k</a:t>
                      </a:r>
                      <a:endParaRPr kumimoji="0" lang="en-US" sz="2000" b="0" i="0" u="none" strike="noStrike" cap="none" normalizeH="0" baseline="0">
                        <a:ln>
                          <a:noFill/>
                        </a:ln>
                        <a:solidFill>
                          <a:schemeClr val="tx1"/>
                        </a:solidFill>
                        <a:effectLst/>
                        <a:latin typeface="Lucida San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tx1"/>
                          </a:solidFill>
                          <a:effectLst/>
                          <a:latin typeface="Lucida Sans" charset="0"/>
                        </a:rPr>
                        <a:t>LF</a:t>
                      </a:r>
                      <a:r>
                        <a:rPr kumimoji="0" lang="en-US" sz="2000" b="0" i="0" u="none" strike="noStrike" cap="none" normalizeH="0" baseline="-25000" dirty="0" err="1">
                          <a:ln>
                            <a:noFill/>
                          </a:ln>
                          <a:solidFill>
                            <a:schemeClr val="tx1"/>
                          </a:solidFill>
                          <a:effectLst/>
                          <a:latin typeface="Lucida Sans" charset="0"/>
                        </a:rPr>
                        <a:t>k</a:t>
                      </a:r>
                      <a:endParaRPr kumimoji="0" lang="en-US" sz="2000" b="0" i="0" u="none" strike="noStrike" cap="none" normalizeH="0" baseline="0" dirty="0">
                        <a:ln>
                          <a:noFill/>
                        </a:ln>
                        <a:solidFill>
                          <a:schemeClr val="tx1"/>
                        </a:solidFill>
                        <a:effectLst/>
                        <a:latin typeface="Lucida San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nodeType="clickEffect">
                                  <p:stCondLst>
                                    <p:cond delay="0"/>
                                  </p:stCondLst>
                                  <p:childTnLst>
                                    <p:set>
                                      <p:cBhvr>
                                        <p:cTn id="6" dur="1" fill="hold">
                                          <p:stCondLst>
                                            <p:cond delay="0"/>
                                          </p:stCondLst>
                                        </p:cTn>
                                        <p:tgtEl>
                                          <p:spTgt spid="86020"/>
                                        </p:tgtEl>
                                        <p:attrNameLst>
                                          <p:attrName>style.visibility</p:attrName>
                                        </p:attrNameLst>
                                      </p:cBhvr>
                                      <p:to>
                                        <p:strVal val="visible"/>
                                      </p:to>
                                    </p:set>
                                    <p:animEffect transition="in" filter="fade">
                                      <p:cBhvr>
                                        <p:cTn id="7" dur="770" decel="100000"/>
                                        <p:tgtEl>
                                          <p:spTgt spid="86020"/>
                                        </p:tgtEl>
                                      </p:cBhvr>
                                    </p:animEffect>
                                    <p:animScale>
                                      <p:cBhvr>
                                        <p:cTn id="8" dur="770" decel="100000"/>
                                        <p:tgtEl>
                                          <p:spTgt spid="86020"/>
                                        </p:tgtEl>
                                      </p:cBhvr>
                                      <p:from x="10000" y="10000"/>
                                      <p:to x="200000" y="450000"/>
                                    </p:animScale>
                                    <p:animScale>
                                      <p:cBhvr>
                                        <p:cTn id="9" dur="1230" accel="100000" fill="hold">
                                          <p:stCondLst>
                                            <p:cond delay="770"/>
                                          </p:stCondLst>
                                        </p:cTn>
                                        <p:tgtEl>
                                          <p:spTgt spid="86020"/>
                                        </p:tgtEl>
                                      </p:cBhvr>
                                      <p:from x="200000" y="450000"/>
                                      <p:to x="100000" y="100000"/>
                                    </p:animScale>
                                    <p:set>
                                      <p:cBhvr>
                                        <p:cTn id="10" dur="770" fill="hold"/>
                                        <p:tgtEl>
                                          <p:spTgt spid="86020"/>
                                        </p:tgtEl>
                                        <p:attrNameLst>
                                          <p:attrName>ppt_x</p:attrName>
                                        </p:attrNameLst>
                                      </p:cBhvr>
                                      <p:to>
                                        <p:strVal val="(0.5)"/>
                                      </p:to>
                                    </p:set>
                                    <p:anim from="(0.5)" to="(#ppt_x)" calcmode="lin" valueType="num">
                                      <p:cBhvr>
                                        <p:cTn id="11" dur="1230" accel="100000" fill="hold">
                                          <p:stCondLst>
                                            <p:cond delay="770"/>
                                          </p:stCondLst>
                                        </p:cTn>
                                        <p:tgtEl>
                                          <p:spTgt spid="86020"/>
                                        </p:tgtEl>
                                        <p:attrNameLst>
                                          <p:attrName>ppt_x</p:attrName>
                                        </p:attrNameLst>
                                      </p:cBhvr>
                                    </p:anim>
                                    <p:set>
                                      <p:cBhvr>
                                        <p:cTn id="12" dur="770" fill="hold"/>
                                        <p:tgtEl>
                                          <p:spTgt spid="86020"/>
                                        </p:tgtEl>
                                        <p:attrNameLst>
                                          <p:attrName>ppt_y</p:attrName>
                                        </p:attrNameLst>
                                      </p:cBhvr>
                                      <p:to>
                                        <p:strVal val="(#ppt_y+0.4)"/>
                                      </p:to>
                                    </p:set>
                                    <p:anim from="(#ppt_y+0.4)" to="(#ppt_y)" calcmode="lin" valueType="num">
                                      <p:cBhvr>
                                        <p:cTn id="13" dur="1230" accel="100000" fill="hold">
                                          <p:stCondLst>
                                            <p:cond delay="770"/>
                                          </p:stCondLst>
                                        </p:cTn>
                                        <p:tgtEl>
                                          <p:spTgt spid="86020"/>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10"/>
          </p:nvPr>
        </p:nvSpPr>
        <p:spPr/>
        <p:txBody>
          <a:bodyPr/>
          <a:lstStyle/>
          <a:p>
            <a:fld id="{D34F746B-D42B-A244-B296-97932001A5EB}" type="datetime1">
              <a:rPr lang="en-US" smtClean="0"/>
              <a:pPr/>
              <a:t>4/21/25</a:t>
            </a:fld>
            <a:endParaRPr lang="en-US"/>
          </a:p>
        </p:txBody>
      </p:sp>
      <p:sp>
        <p:nvSpPr>
          <p:cNvPr id="7" name="Slide Number Placeholder 5"/>
          <p:cNvSpPr>
            <a:spLocks noGrp="1"/>
          </p:cNvSpPr>
          <p:nvPr>
            <p:ph type="sldNum" sz="quarter" idx="12"/>
          </p:nvPr>
        </p:nvSpPr>
        <p:spPr/>
        <p:txBody>
          <a:bodyPr/>
          <a:lstStyle/>
          <a:p>
            <a:endParaRPr lang="en-US"/>
          </a:p>
          <a:p>
            <a:fld id="{A540E01B-EEA1-3145-A12F-745AF02AD80F}" type="slidenum">
              <a:rPr lang="en-US"/>
              <a:pPr/>
              <a:t>8</a:t>
            </a:fld>
            <a:endParaRPr lang="en-US"/>
          </a:p>
        </p:txBody>
      </p:sp>
      <p:sp>
        <p:nvSpPr>
          <p:cNvPr id="87042" name="Rectangle 2"/>
          <p:cNvSpPr>
            <a:spLocks noGrp="1" noChangeArrowheads="1"/>
          </p:cNvSpPr>
          <p:nvPr>
            <p:ph type="title"/>
          </p:nvPr>
        </p:nvSpPr>
        <p:spPr/>
        <p:txBody>
          <a:bodyPr/>
          <a:lstStyle/>
          <a:p>
            <a:r>
              <a:rPr lang="en-US"/>
              <a:t>Forward Pass</a:t>
            </a:r>
          </a:p>
        </p:txBody>
      </p:sp>
      <p:sp>
        <p:nvSpPr>
          <p:cNvPr id="87043" name="Rectangle 3"/>
          <p:cNvSpPr>
            <a:spLocks noGrp="1" noChangeArrowheads="1"/>
          </p:cNvSpPr>
          <p:nvPr>
            <p:ph type="body" idx="1"/>
          </p:nvPr>
        </p:nvSpPr>
        <p:spPr>
          <a:xfrm>
            <a:off x="685800" y="1447800"/>
            <a:ext cx="7772400" cy="4724400"/>
          </a:xfrm>
        </p:spPr>
        <p:txBody>
          <a:bodyPr/>
          <a:lstStyle/>
          <a:p>
            <a:pPr>
              <a:lnSpc>
                <a:spcPct val="80000"/>
              </a:lnSpc>
              <a:buFontTx/>
              <a:buNone/>
            </a:pPr>
            <a:r>
              <a:rPr lang="en-US" dirty="0">
                <a:latin typeface="Lucida Sans" charset="0"/>
              </a:rPr>
              <a:t>B. Rules</a:t>
            </a:r>
          </a:p>
          <a:p>
            <a:pPr lvl="1">
              <a:lnSpc>
                <a:spcPct val="80000"/>
              </a:lnSpc>
              <a:buFontTx/>
              <a:buNone/>
            </a:pPr>
            <a:r>
              <a:rPr lang="en-US" sz="1800" dirty="0">
                <a:latin typeface="Lucida Sans" charset="0"/>
              </a:rPr>
              <a:t>(1) Forward Pass (ES, EF)</a:t>
            </a:r>
          </a:p>
          <a:p>
            <a:pPr lvl="1">
              <a:lnSpc>
                <a:spcPct val="80000"/>
              </a:lnSpc>
              <a:buFontTx/>
              <a:buNone/>
            </a:pPr>
            <a:r>
              <a:rPr lang="en-US" sz="1800" dirty="0">
                <a:latin typeface="Lucida Sans" charset="0"/>
              </a:rPr>
              <a:t>	</a:t>
            </a:r>
            <a:r>
              <a:rPr lang="en-US" sz="1800" u="sng" dirty="0">
                <a:latin typeface="Lucida Sans" charset="0"/>
              </a:rPr>
              <a:t>Step 1:</a:t>
            </a:r>
            <a:r>
              <a:rPr lang="en-US" sz="1800" dirty="0">
                <a:latin typeface="Lucida Sans" charset="0"/>
              </a:rPr>
              <a:t> for START node, set    </a:t>
            </a:r>
            <a:r>
              <a:rPr lang="en-US" sz="1800" u="sng" dirty="0" err="1">
                <a:solidFill>
                  <a:schemeClr val="accent2"/>
                </a:solidFill>
                <a:latin typeface="Lucida Sans" charset="0"/>
              </a:rPr>
              <a:t>ES</a:t>
            </a:r>
            <a:r>
              <a:rPr lang="en-US" sz="1800" u="sng" baseline="-25000" dirty="0" err="1">
                <a:solidFill>
                  <a:schemeClr val="accent2"/>
                </a:solidFill>
                <a:latin typeface="Lucida Sans" charset="0"/>
              </a:rPr>
              <a:t>start</a:t>
            </a:r>
            <a:r>
              <a:rPr lang="en-US" sz="1800" u="sng" dirty="0">
                <a:solidFill>
                  <a:schemeClr val="accent2"/>
                </a:solidFill>
                <a:latin typeface="Lucida Sans" charset="0"/>
              </a:rPr>
              <a:t> = 0</a:t>
            </a:r>
            <a:endParaRPr lang="en-US" sz="1800" dirty="0">
              <a:solidFill>
                <a:schemeClr val="accent2"/>
              </a:solidFill>
              <a:latin typeface="Lucida Sans" charset="0"/>
            </a:endParaRPr>
          </a:p>
          <a:p>
            <a:pPr lvl="1">
              <a:lnSpc>
                <a:spcPct val="80000"/>
              </a:lnSpc>
              <a:buFontTx/>
              <a:buNone/>
            </a:pPr>
            <a:r>
              <a:rPr lang="en-US" sz="1800" dirty="0">
                <a:latin typeface="Lucida Sans" charset="0"/>
              </a:rPr>
              <a:t>	</a:t>
            </a:r>
          </a:p>
          <a:p>
            <a:pPr lvl="1">
              <a:lnSpc>
                <a:spcPct val="80000"/>
              </a:lnSpc>
              <a:buFontTx/>
              <a:buNone/>
            </a:pPr>
            <a:r>
              <a:rPr lang="en-US" sz="1800" dirty="0">
                <a:latin typeface="Lucida Sans" charset="0"/>
              </a:rPr>
              <a:t>	</a:t>
            </a:r>
            <a:r>
              <a:rPr lang="en-US" sz="1800" u="sng" dirty="0">
                <a:latin typeface="Lucida Sans" charset="0"/>
              </a:rPr>
              <a:t>Step 2:</a:t>
            </a:r>
            <a:r>
              <a:rPr lang="en-US" sz="1800" dirty="0">
                <a:latin typeface="Lucida Sans" charset="0"/>
              </a:rPr>
              <a:t> an arbitrary activity  </a:t>
            </a:r>
            <a:r>
              <a:rPr lang="en-US" sz="1800" i="1" dirty="0" err="1">
                <a:latin typeface="Lucida Sans" charset="0"/>
              </a:rPr>
              <a:t>k</a:t>
            </a:r>
            <a:r>
              <a:rPr lang="en-US" sz="1800" dirty="0">
                <a:latin typeface="Lucida Sans" charset="0"/>
              </a:rPr>
              <a:t>  is assumed to start as soon as</a:t>
            </a:r>
          </a:p>
          <a:p>
            <a:pPr lvl="1">
              <a:lnSpc>
                <a:spcPct val="80000"/>
              </a:lnSpc>
              <a:buFontTx/>
              <a:buNone/>
            </a:pPr>
            <a:r>
              <a:rPr lang="en-US" sz="1800" dirty="0">
                <a:latin typeface="Lucida Sans" charset="0"/>
              </a:rPr>
              <a:t>		          all of its predecessor activities are completed.  This 	         may be written as:</a:t>
            </a:r>
          </a:p>
          <a:p>
            <a:pPr lvl="1">
              <a:lnSpc>
                <a:spcPct val="80000"/>
              </a:lnSpc>
              <a:buFontTx/>
              <a:buNone/>
            </a:pPr>
            <a:endParaRPr lang="en-US" sz="1800" dirty="0">
              <a:latin typeface="Lucida Sans" charset="0"/>
            </a:endParaRPr>
          </a:p>
          <a:p>
            <a:pPr lvl="1">
              <a:lnSpc>
                <a:spcPct val="80000"/>
              </a:lnSpc>
              <a:buFontTx/>
              <a:buNone/>
            </a:pPr>
            <a:r>
              <a:rPr lang="en-US" sz="1800" dirty="0">
                <a:latin typeface="Lucida Sans" charset="0"/>
              </a:rPr>
              <a:t>		</a:t>
            </a:r>
            <a:r>
              <a:rPr lang="en-US" sz="1800" dirty="0" err="1">
                <a:solidFill>
                  <a:schemeClr val="accent2"/>
                </a:solidFill>
                <a:latin typeface="Lucida Sans" charset="0"/>
              </a:rPr>
              <a:t>ES</a:t>
            </a:r>
            <a:r>
              <a:rPr lang="en-US" sz="1800" baseline="-25000" dirty="0" err="1">
                <a:solidFill>
                  <a:schemeClr val="accent2"/>
                </a:solidFill>
                <a:latin typeface="Lucida Sans" charset="0"/>
              </a:rPr>
              <a:t>k</a:t>
            </a:r>
            <a:r>
              <a:rPr lang="en-US" sz="1800" dirty="0">
                <a:latin typeface="Lucida Sans" charset="0"/>
              </a:rPr>
              <a:t> = largest  EF of activity </a:t>
            </a:r>
            <a:r>
              <a:rPr lang="en-US" sz="1800" i="1" dirty="0" err="1">
                <a:latin typeface="Lucida Sans" charset="0"/>
              </a:rPr>
              <a:t>k's</a:t>
            </a:r>
            <a:r>
              <a:rPr lang="en-US" sz="1800" dirty="0">
                <a:latin typeface="Lucida Sans" charset="0"/>
              </a:rPr>
              <a:t>  predecessors </a:t>
            </a:r>
            <a:r>
              <a:rPr lang="en-US" sz="1800" dirty="0">
                <a:solidFill>
                  <a:schemeClr val="accent2"/>
                </a:solidFill>
                <a:latin typeface="Lucida Sans" charset="0"/>
              </a:rPr>
              <a:t>=</a:t>
            </a:r>
            <a:r>
              <a:rPr lang="en-US" sz="1800" dirty="0">
                <a:latin typeface="Lucida Sans" charset="0"/>
              </a:rPr>
              <a:t> </a:t>
            </a:r>
          </a:p>
          <a:p>
            <a:pPr lvl="1">
              <a:lnSpc>
                <a:spcPct val="80000"/>
              </a:lnSpc>
              <a:buFontTx/>
              <a:buNone/>
            </a:pPr>
            <a:r>
              <a:rPr lang="en-US" sz="1800" dirty="0">
                <a:latin typeface="Lucida Sans" charset="0"/>
              </a:rPr>
              <a:t>	          </a:t>
            </a:r>
          </a:p>
          <a:p>
            <a:pPr lvl="1">
              <a:lnSpc>
                <a:spcPct val="80000"/>
              </a:lnSpc>
              <a:buFontTx/>
              <a:buNone/>
            </a:pPr>
            <a:r>
              <a:rPr lang="en-US" sz="1800" dirty="0">
                <a:latin typeface="Lucida Sans" charset="0"/>
              </a:rPr>
              <a:t>               = the earliest possible time to start activity </a:t>
            </a:r>
            <a:r>
              <a:rPr lang="en-US" sz="1800" dirty="0" err="1">
                <a:latin typeface="Lucida Sans" charset="0"/>
              </a:rPr>
              <a:t>k</a:t>
            </a:r>
            <a:endParaRPr lang="en-US" sz="1800" dirty="0">
              <a:latin typeface="Lucida Sans" charset="0"/>
            </a:endParaRPr>
          </a:p>
          <a:p>
            <a:pPr lvl="1">
              <a:lnSpc>
                <a:spcPct val="80000"/>
              </a:lnSpc>
              <a:buFontTx/>
              <a:buNone/>
            </a:pPr>
            <a:endParaRPr lang="en-US" sz="1800" dirty="0">
              <a:latin typeface="Lucida Sans" charset="0"/>
            </a:endParaRPr>
          </a:p>
          <a:p>
            <a:pPr lvl="1">
              <a:lnSpc>
                <a:spcPct val="80000"/>
              </a:lnSpc>
              <a:buFontTx/>
              <a:buNone/>
            </a:pPr>
            <a:r>
              <a:rPr lang="en-US" sz="1800" dirty="0">
                <a:latin typeface="Lucida Sans" charset="0"/>
              </a:rPr>
              <a:t>	</a:t>
            </a:r>
            <a:r>
              <a:rPr lang="en-US" sz="1800" u="sng" dirty="0">
                <a:latin typeface="Lucida Sans" charset="0"/>
              </a:rPr>
              <a:t>Step 3:</a:t>
            </a:r>
            <a:r>
              <a:rPr lang="en-US" sz="1800" dirty="0">
                <a:latin typeface="Lucida Sans" charset="0"/>
              </a:rPr>
              <a:t> the earliest possible finish time of activity </a:t>
            </a:r>
            <a:r>
              <a:rPr lang="en-US" sz="1800" i="1" dirty="0" err="1">
                <a:latin typeface="Lucida Sans" charset="0"/>
              </a:rPr>
              <a:t>k</a:t>
            </a:r>
            <a:r>
              <a:rPr lang="en-US" sz="1800" dirty="0">
                <a:latin typeface="Lucida Sans" charset="0"/>
              </a:rPr>
              <a:t> is the sum of its earliest start time and the estimated activity time. </a:t>
            </a:r>
          </a:p>
          <a:p>
            <a:pPr lvl="1">
              <a:lnSpc>
                <a:spcPct val="80000"/>
              </a:lnSpc>
              <a:buFontTx/>
              <a:buNone/>
            </a:pPr>
            <a:r>
              <a:rPr lang="en-US" sz="1800" dirty="0">
                <a:latin typeface="Lucida Sans" charset="0"/>
              </a:rPr>
              <a:t>                 </a:t>
            </a:r>
          </a:p>
          <a:p>
            <a:pPr lvl="1">
              <a:lnSpc>
                <a:spcPct val="80000"/>
              </a:lnSpc>
              <a:buFontTx/>
              <a:buNone/>
            </a:pPr>
            <a:r>
              <a:rPr lang="en-US" sz="1800" dirty="0">
                <a:latin typeface="Lucida Sans" charset="0"/>
              </a:rPr>
              <a:t>				</a:t>
            </a:r>
            <a:r>
              <a:rPr lang="en-US" sz="1800" dirty="0" err="1">
                <a:solidFill>
                  <a:schemeClr val="accent2"/>
                </a:solidFill>
                <a:latin typeface="Lucida Sans" charset="0"/>
              </a:rPr>
              <a:t>EF</a:t>
            </a:r>
            <a:r>
              <a:rPr lang="en-US" sz="1800" baseline="-25000" dirty="0" err="1">
                <a:solidFill>
                  <a:schemeClr val="accent2"/>
                </a:solidFill>
                <a:latin typeface="Lucida Sans" charset="0"/>
              </a:rPr>
              <a:t>k</a:t>
            </a:r>
            <a:r>
              <a:rPr lang="en-US" sz="1800" dirty="0">
                <a:solidFill>
                  <a:schemeClr val="accent2"/>
                </a:solidFill>
                <a:latin typeface="Lucida Sans" charset="0"/>
              </a:rPr>
              <a:t> = </a:t>
            </a:r>
            <a:r>
              <a:rPr lang="en-US" sz="1800" dirty="0" err="1">
                <a:solidFill>
                  <a:schemeClr val="accent2"/>
                </a:solidFill>
                <a:latin typeface="Lucida Sans" charset="0"/>
              </a:rPr>
              <a:t>ES</a:t>
            </a:r>
            <a:r>
              <a:rPr lang="en-US" sz="1800" baseline="-25000" dirty="0" err="1">
                <a:solidFill>
                  <a:schemeClr val="accent2"/>
                </a:solidFill>
                <a:latin typeface="Lucida Sans" charset="0"/>
              </a:rPr>
              <a:t>k</a:t>
            </a:r>
            <a:r>
              <a:rPr lang="en-US" sz="1800" dirty="0">
                <a:solidFill>
                  <a:schemeClr val="accent2"/>
                </a:solidFill>
                <a:latin typeface="Lucida Sans" charset="0"/>
              </a:rPr>
              <a:t> + </a:t>
            </a:r>
            <a:r>
              <a:rPr lang="en-US" sz="1800" dirty="0" err="1">
                <a:solidFill>
                  <a:schemeClr val="accent2"/>
                </a:solidFill>
                <a:latin typeface="Lucida Sans" charset="0"/>
              </a:rPr>
              <a:t>t</a:t>
            </a:r>
            <a:r>
              <a:rPr lang="en-US" sz="1800" baseline="-25000" dirty="0" err="1">
                <a:solidFill>
                  <a:schemeClr val="accent2"/>
                </a:solidFill>
                <a:latin typeface="Lucida Sans" charset="0"/>
              </a:rPr>
              <a:t>k</a:t>
            </a:r>
            <a:endParaRPr lang="en-US" sz="1800" baseline="-25000" dirty="0">
              <a:solidFill>
                <a:schemeClr val="accent2"/>
              </a:solidFill>
              <a:latin typeface="Lucida Sans" charset="0"/>
            </a:endParaRPr>
          </a:p>
          <a:p>
            <a:pPr>
              <a:lnSpc>
                <a:spcPct val="80000"/>
              </a:lnSpc>
              <a:buFontTx/>
              <a:buNone/>
            </a:pPr>
            <a:endParaRPr lang="en-US" dirty="0">
              <a:latin typeface="Lucida Sans" charset="0"/>
            </a:endParaRPr>
          </a:p>
        </p:txBody>
      </p:sp>
      <p:graphicFrame>
        <p:nvGraphicFramePr>
          <p:cNvPr id="87075" name="Object 35"/>
          <p:cNvGraphicFramePr>
            <a:graphicFrameLocks noChangeAspect="1"/>
          </p:cNvGraphicFramePr>
          <p:nvPr/>
        </p:nvGraphicFramePr>
        <p:xfrm>
          <a:off x="6592888" y="3544888"/>
          <a:ext cx="2206625" cy="746125"/>
        </p:xfrm>
        <a:graphic>
          <a:graphicData uri="http://schemas.openxmlformats.org/presentationml/2006/ole">
            <mc:AlternateContent xmlns:mc="http://schemas.openxmlformats.org/markup-compatibility/2006">
              <mc:Choice xmlns:v="urn:schemas-microsoft-com:vml" Requires="v">
                <p:oleObj name="Equation" r:id="rId3" imgW="1143000" imgH="406400" progId="">
                  <p:embed/>
                </p:oleObj>
              </mc:Choice>
              <mc:Fallback>
                <p:oleObj name="Equation" r:id="rId3" imgW="1143000" imgH="406400" progId="">
                  <p:embed/>
                  <p:pic>
                    <p:nvPicPr>
                      <p:cNvPr id="0"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2888" y="3544888"/>
                        <a:ext cx="2206625" cy="74612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Date Placeholder 2"/>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p:cNvSpPr>
            <a:spLocks noGrp="1"/>
          </p:cNvSpPr>
          <p:nvPr>
            <p:ph type="sldNum" sz="quarter" idx="12"/>
          </p:nvPr>
        </p:nvSpPr>
        <p:spPr/>
        <p:txBody>
          <a:bodyPr/>
          <a:lstStyle/>
          <a:p>
            <a:endParaRPr lang="en-US"/>
          </a:p>
          <a:p>
            <a:fld id="{C3229205-4F5D-8646-AA0C-6A0626AA7B24}" type="slidenum">
              <a:rPr lang="en-US"/>
              <a:pPr/>
              <a:t>9</a:t>
            </a:fld>
            <a:endParaRPr lang="en-US"/>
          </a:p>
        </p:txBody>
      </p:sp>
      <p:sp>
        <p:nvSpPr>
          <p:cNvPr id="203778" name="Rectangle 2"/>
          <p:cNvSpPr>
            <a:spLocks noGrp="1" noChangeArrowheads="1"/>
          </p:cNvSpPr>
          <p:nvPr>
            <p:ph type="title"/>
          </p:nvPr>
        </p:nvSpPr>
        <p:spPr/>
        <p:txBody>
          <a:bodyPr/>
          <a:lstStyle/>
          <a:p>
            <a:r>
              <a:rPr lang="en-US"/>
              <a:t>Forward Pass</a:t>
            </a:r>
          </a:p>
        </p:txBody>
      </p:sp>
      <p:graphicFrame>
        <p:nvGraphicFramePr>
          <p:cNvPr id="203808" name="Group 32"/>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F47D5-26FC-8EAD-F3D6-54FA0244D79F}"/>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909C2CC5-169F-2FA7-A824-C189DAE9BCB3}"/>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BA8AEA27-CA4C-A455-0F69-5C347E892DBB}"/>
              </a:ext>
            </a:extLst>
          </p:cNvPr>
          <p:cNvSpPr>
            <a:spLocks noGrp="1"/>
          </p:cNvSpPr>
          <p:nvPr>
            <p:ph type="sldNum" sz="quarter" idx="12"/>
          </p:nvPr>
        </p:nvSpPr>
        <p:spPr/>
        <p:txBody>
          <a:bodyPr/>
          <a:lstStyle/>
          <a:p>
            <a:endParaRPr lang="en-US"/>
          </a:p>
          <a:p>
            <a:fld id="{C3229205-4F5D-8646-AA0C-6A0626AA7B24}" type="slidenum">
              <a:rPr lang="en-US"/>
              <a:pPr/>
              <a:t>10</a:t>
            </a:fld>
            <a:endParaRPr lang="en-US"/>
          </a:p>
        </p:txBody>
      </p:sp>
      <p:sp>
        <p:nvSpPr>
          <p:cNvPr id="203778" name="Rectangle 2">
            <a:extLst>
              <a:ext uri="{FF2B5EF4-FFF2-40B4-BE49-F238E27FC236}">
                <a16:creationId xmlns:a16="http://schemas.microsoft.com/office/drawing/2014/main" id="{95B1114A-486B-36E4-F7ED-070478D2D01C}"/>
              </a:ext>
            </a:extLst>
          </p:cNvPr>
          <p:cNvSpPr>
            <a:spLocks noGrp="1" noChangeArrowheads="1"/>
          </p:cNvSpPr>
          <p:nvPr>
            <p:ph type="title"/>
          </p:nvPr>
        </p:nvSpPr>
        <p:spPr/>
        <p:txBody>
          <a:bodyPr/>
          <a:lstStyle/>
          <a:p>
            <a:r>
              <a:rPr lang="en-US"/>
              <a:t>Forward Pass</a:t>
            </a:r>
          </a:p>
        </p:txBody>
      </p:sp>
      <p:graphicFrame>
        <p:nvGraphicFramePr>
          <p:cNvPr id="203808" name="Group 32">
            <a:extLst>
              <a:ext uri="{FF2B5EF4-FFF2-40B4-BE49-F238E27FC236}">
                <a16:creationId xmlns:a16="http://schemas.microsoft.com/office/drawing/2014/main" id="{B805495F-0A2E-06F4-0F3C-462B155D5C56}"/>
              </a:ext>
            </a:extLst>
          </p:cNvPr>
          <p:cNvGraphicFramePr>
            <a:graphicFrameLocks noGrp="1"/>
          </p:cNvGraphicFramePr>
          <p:nvPr>
            <p:extLst>
              <p:ext uri="{D42A27DB-BD31-4B8C-83A1-F6EECF244321}">
                <p14:modId xmlns:p14="http://schemas.microsoft.com/office/powerpoint/2010/main" val="2966312144"/>
              </p:ext>
            </p:extLst>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E1FE7B55-AD5E-7F94-68DE-B89509E60EAE}"/>
              </a:ext>
            </a:extLst>
          </p:cNvPr>
          <p:cNvGraphicFramePr>
            <a:graphicFrameLocks noGrp="1"/>
          </p:cNvGraphicFramePr>
          <p:nvPr>
            <p:extLst>
              <p:ext uri="{D42A27DB-BD31-4B8C-83A1-F6EECF244321}">
                <p14:modId xmlns:p14="http://schemas.microsoft.com/office/powerpoint/2010/main" val="730717771"/>
              </p:ext>
            </p:extLst>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E134DF5D-8E80-8DAC-20CE-CD0FD1996480}"/>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FB7E3DDC-646D-6A50-AE13-3930E1E05903}"/>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9192CC5C-39DC-30AD-22B0-9F02B50A452A}"/>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EBC33EA9-655D-008A-1EBF-B1D8D916BD22}"/>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7DBC0F16-CB78-AC89-1FAF-0F27F53CBA8B}"/>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8C77E51D-E92C-CB06-7850-8E3B6B67415E}"/>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044971A3-E147-59A1-1F00-2C3CFBDD9191}"/>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94EDC033-D946-7742-30CA-5B39298F8812}"/>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81FF8801-9DEC-B5F9-B56A-CE739DC5F853}"/>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95D4D065-72EC-B082-DA37-A1DD9D18C084}"/>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98418ADD-0394-0637-534A-6E4184138421}"/>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0B4F4297-E0E3-AE29-9859-EB69CB78C29A}"/>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C8FC4D59-09E3-F433-8F0E-F138FA8076E8}"/>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5368557D-0323-8A4E-469A-CF0297B2F3C2}"/>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C12E83D0-1EF1-686C-C874-A2672870DC13}"/>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6F20051A-4ADE-F088-80AF-2D4BD3998C34}"/>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26D8E705-55A6-3BAB-237F-8D38E2511BBC}"/>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6E221D27-797A-D26B-767B-E4EA152E1E5B}"/>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E0555BFA-E270-2802-E2FD-5D563C2B19C1}"/>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886E2AF4-DDA8-9EAF-35BC-F69CE5C508DA}"/>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155D36EB-CAB9-2413-4E4C-547942A90950}"/>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A75BCA1B-0862-4D85-EEAD-95A3FF6A6941}"/>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A7CF2CC8-2E81-636E-63A8-C8B638C56D8D}"/>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966929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91A8B-FCEC-7A1F-9621-332B42D4570C}"/>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2611A5BA-6500-E0D7-3713-86FB74817A29}"/>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073DF1A2-428B-77ED-4EB9-2748B22623BA}"/>
              </a:ext>
            </a:extLst>
          </p:cNvPr>
          <p:cNvSpPr>
            <a:spLocks noGrp="1"/>
          </p:cNvSpPr>
          <p:nvPr>
            <p:ph type="sldNum" sz="quarter" idx="12"/>
          </p:nvPr>
        </p:nvSpPr>
        <p:spPr/>
        <p:txBody>
          <a:bodyPr/>
          <a:lstStyle/>
          <a:p>
            <a:endParaRPr lang="en-US"/>
          </a:p>
          <a:p>
            <a:fld id="{C3229205-4F5D-8646-AA0C-6A0626AA7B24}" type="slidenum">
              <a:rPr lang="en-US"/>
              <a:pPr/>
              <a:t>11</a:t>
            </a:fld>
            <a:endParaRPr lang="en-US"/>
          </a:p>
        </p:txBody>
      </p:sp>
      <p:sp>
        <p:nvSpPr>
          <p:cNvPr id="203778" name="Rectangle 2">
            <a:extLst>
              <a:ext uri="{FF2B5EF4-FFF2-40B4-BE49-F238E27FC236}">
                <a16:creationId xmlns:a16="http://schemas.microsoft.com/office/drawing/2014/main" id="{62FA8173-04B0-E9CF-FB25-F3A417DED7FA}"/>
              </a:ext>
            </a:extLst>
          </p:cNvPr>
          <p:cNvSpPr>
            <a:spLocks noGrp="1" noChangeArrowheads="1"/>
          </p:cNvSpPr>
          <p:nvPr>
            <p:ph type="title"/>
          </p:nvPr>
        </p:nvSpPr>
        <p:spPr/>
        <p:txBody>
          <a:bodyPr/>
          <a:lstStyle/>
          <a:p>
            <a:r>
              <a:rPr lang="en-US"/>
              <a:t>Forward Pass</a:t>
            </a:r>
          </a:p>
        </p:txBody>
      </p:sp>
      <p:graphicFrame>
        <p:nvGraphicFramePr>
          <p:cNvPr id="203808" name="Group 32">
            <a:extLst>
              <a:ext uri="{FF2B5EF4-FFF2-40B4-BE49-F238E27FC236}">
                <a16:creationId xmlns:a16="http://schemas.microsoft.com/office/drawing/2014/main" id="{EC626964-0FCA-085E-24A1-E407410E16D4}"/>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D78ED208-2280-D3F4-4354-D3B2F1B18CE4}"/>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8BC279C4-AB1E-5897-9212-CC512DC7D315}"/>
              </a:ext>
            </a:extLst>
          </p:cNvPr>
          <p:cNvGraphicFramePr>
            <a:graphicFrameLocks noGrp="1"/>
          </p:cNvGraphicFramePr>
          <p:nvPr>
            <p:extLst>
              <p:ext uri="{D42A27DB-BD31-4B8C-83A1-F6EECF244321}">
                <p14:modId xmlns:p14="http://schemas.microsoft.com/office/powerpoint/2010/main" val="3419998181"/>
              </p:ext>
            </p:extLst>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9C0141DB-531C-6746-0080-6DAAE8E32798}"/>
              </a:ext>
            </a:extLst>
          </p:cNvPr>
          <p:cNvGraphicFramePr>
            <a:graphicFrameLocks noGrp="1"/>
          </p:cNvGraphicFramePr>
          <p:nvPr>
            <p:extLst>
              <p:ext uri="{D42A27DB-BD31-4B8C-83A1-F6EECF244321}">
                <p14:modId xmlns:p14="http://schemas.microsoft.com/office/powerpoint/2010/main" val="1443932700"/>
              </p:ext>
            </p:extLst>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E73A43F4-83B3-BCCE-A7FB-B694C889E515}"/>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FE8BB14E-4502-73AC-8B34-F665634A62F2}"/>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85308FC4-0924-E44A-4364-00B42E9AFC8D}"/>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8B435629-0E36-8DE3-A63F-A944B40CC196}"/>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E5D67CEA-B6C0-4C77-C94A-74604E2A0CB4}"/>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B952E9EB-2FF4-E161-2339-FC12513FE0ED}"/>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C4A5F9F6-1436-F218-7CB9-6FCB9D291606}"/>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9DC6C9B8-FD7B-9E0F-C2D0-3FBCD321CF7D}"/>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42A81CA2-F450-735F-10D6-AC3D807D7E33}"/>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5C457283-0D51-0C76-0E35-A7CD82B65379}"/>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D896DA1E-1AB4-EDEB-F4B8-3C680CC07F02}"/>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F8FA01F6-F8DB-D13E-E233-4971F937CB23}"/>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63D2DB67-8B1E-E6E1-6DEE-DBC4397A31CC}"/>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622DF70B-3131-5F72-3775-E91353612E42}"/>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9B2AC844-7B90-0618-6015-78C0E9BCEE81}"/>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5AC9C9BC-9217-200E-6A22-B3366D117D3B}"/>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208DD41A-5350-7390-8815-864D00BE9AD0}"/>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E0B253D5-F8F8-D700-6774-4710B069AC03}"/>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9AA2FFA6-AFAE-2FE4-BEE2-95B4B7FC443E}"/>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D8DEE094-2854-4AC9-A411-41AADA7EF4E7}"/>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D5A3E65F-6BA3-19E0-C6FF-2C99BDF540EF}"/>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702525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C482-B07B-661E-BDA2-765440E022D4}"/>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95342A51-2551-E459-F3FC-55433DAD4688}"/>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39C07ECB-8FEA-255F-E42E-1BF8A2293A95}"/>
              </a:ext>
            </a:extLst>
          </p:cNvPr>
          <p:cNvSpPr>
            <a:spLocks noGrp="1"/>
          </p:cNvSpPr>
          <p:nvPr>
            <p:ph type="sldNum" sz="quarter" idx="12"/>
          </p:nvPr>
        </p:nvSpPr>
        <p:spPr/>
        <p:txBody>
          <a:bodyPr/>
          <a:lstStyle/>
          <a:p>
            <a:endParaRPr lang="en-US"/>
          </a:p>
          <a:p>
            <a:fld id="{C3229205-4F5D-8646-AA0C-6A0626AA7B24}" type="slidenum">
              <a:rPr lang="en-US"/>
              <a:pPr/>
              <a:t>12</a:t>
            </a:fld>
            <a:endParaRPr lang="en-US"/>
          </a:p>
        </p:txBody>
      </p:sp>
      <p:sp>
        <p:nvSpPr>
          <p:cNvPr id="203778" name="Rectangle 2">
            <a:extLst>
              <a:ext uri="{FF2B5EF4-FFF2-40B4-BE49-F238E27FC236}">
                <a16:creationId xmlns:a16="http://schemas.microsoft.com/office/drawing/2014/main" id="{B57AFFD3-9AFF-4B53-6DC8-C7DCE9A61835}"/>
              </a:ext>
            </a:extLst>
          </p:cNvPr>
          <p:cNvSpPr>
            <a:spLocks noGrp="1" noChangeArrowheads="1"/>
          </p:cNvSpPr>
          <p:nvPr>
            <p:ph type="title"/>
          </p:nvPr>
        </p:nvSpPr>
        <p:spPr/>
        <p:txBody>
          <a:bodyPr/>
          <a:lstStyle/>
          <a:p>
            <a:r>
              <a:rPr lang="en-US"/>
              <a:t>Forward Pass</a:t>
            </a:r>
          </a:p>
        </p:txBody>
      </p:sp>
      <p:graphicFrame>
        <p:nvGraphicFramePr>
          <p:cNvPr id="203808" name="Group 32">
            <a:extLst>
              <a:ext uri="{FF2B5EF4-FFF2-40B4-BE49-F238E27FC236}">
                <a16:creationId xmlns:a16="http://schemas.microsoft.com/office/drawing/2014/main" id="{1A07FF10-133E-8793-984F-4E84810CA18D}"/>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119A53DB-D375-082B-CCE6-67AC55A1C379}"/>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F9AD7387-CAFB-F470-0407-799358907D90}"/>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A1580E85-416F-E678-143E-E38FCA13E06A}"/>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95C00546-1F2C-884D-C0E1-78B43BB5DBA2}"/>
              </a:ext>
            </a:extLst>
          </p:cNvPr>
          <p:cNvGraphicFramePr>
            <a:graphicFrameLocks noGrp="1"/>
          </p:cNvGraphicFramePr>
          <p:nvPr>
            <p:extLst>
              <p:ext uri="{D42A27DB-BD31-4B8C-83A1-F6EECF244321}">
                <p14:modId xmlns:p14="http://schemas.microsoft.com/office/powerpoint/2010/main" val="2464370582"/>
              </p:ext>
            </p:extLst>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543B0ECA-2BC7-3F97-2832-38DE5451FD74}"/>
              </a:ext>
            </a:extLst>
          </p:cNvPr>
          <p:cNvGraphicFramePr>
            <a:graphicFrameLocks noGrp="1"/>
          </p:cNvGraphicFramePr>
          <p:nvPr>
            <p:extLst>
              <p:ext uri="{D42A27DB-BD31-4B8C-83A1-F6EECF244321}">
                <p14:modId xmlns:p14="http://schemas.microsoft.com/office/powerpoint/2010/main" val="3330057129"/>
              </p:ext>
            </p:extLst>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33A05BC2-C70C-4CF3-77CE-F3969A92D5B9}"/>
              </a:ext>
            </a:extLst>
          </p:cNvPr>
          <p:cNvGraphicFramePr>
            <a:graphicFrameLocks noGrp="1"/>
          </p:cNvGraphicFramePr>
          <p:nvPr>
            <p:extLst>
              <p:ext uri="{D42A27DB-BD31-4B8C-83A1-F6EECF244321}">
                <p14:modId xmlns:p14="http://schemas.microsoft.com/office/powerpoint/2010/main" val="1095445174"/>
              </p:ext>
            </p:extLst>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122DBDA4-FFE1-AAA1-39C0-0847583C446D}"/>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1E6DECCE-4DA4-60DC-49DB-545D4D18109C}"/>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8C9FCF64-8682-DC3C-E3F9-E7CB8241FD98}"/>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13E4D501-240D-EB2E-14AB-7063C589274D}"/>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F219DBFF-0015-E5F5-61BB-340B5191C012}"/>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601693D6-FE61-1B13-B68D-AC2FA50F1D6E}"/>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24831607-ED6A-801C-64F1-A80C59982C9A}"/>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CE41190C-6522-AD04-75F3-B01A297FFD32}"/>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E2BD5643-FE8F-331B-9C8D-ECCEE2365022}"/>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49137116-3123-ECA9-DEA9-80B576927BD5}"/>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5362BBAE-6301-46BC-4852-EA30CF99CFA6}"/>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DE87B7D8-B399-465B-0ADE-72D86427688F}"/>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39ADDCF0-BE84-86EE-7731-F85124E1B3FB}"/>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E6BF6FBC-BA62-582A-B89C-C5EE8447E5BD}"/>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05F1BA65-8C17-09E1-885F-CBAFF41CFC5C}"/>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96FD51DC-C624-6E29-6033-6624BF4788E0}"/>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C9A2FE2B-24E7-77B8-98D8-698F79392601}"/>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8BB10420-599F-00AA-6946-42970CFCE81A}"/>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1774646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50BB4-465A-F0F1-2F18-1B2CC089F73A}"/>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57A557C3-DDF7-DFC5-D288-8CF4A16EBD30}"/>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90E35E27-CE05-7C9F-0990-A68174B136C4}"/>
              </a:ext>
            </a:extLst>
          </p:cNvPr>
          <p:cNvSpPr>
            <a:spLocks noGrp="1"/>
          </p:cNvSpPr>
          <p:nvPr>
            <p:ph type="sldNum" sz="quarter" idx="12"/>
          </p:nvPr>
        </p:nvSpPr>
        <p:spPr/>
        <p:txBody>
          <a:bodyPr/>
          <a:lstStyle/>
          <a:p>
            <a:endParaRPr lang="en-US"/>
          </a:p>
          <a:p>
            <a:fld id="{C3229205-4F5D-8646-AA0C-6A0626AA7B24}" type="slidenum">
              <a:rPr lang="en-US"/>
              <a:pPr/>
              <a:t>13</a:t>
            </a:fld>
            <a:endParaRPr lang="en-US"/>
          </a:p>
        </p:txBody>
      </p:sp>
      <p:sp>
        <p:nvSpPr>
          <p:cNvPr id="203778" name="Rectangle 2">
            <a:extLst>
              <a:ext uri="{FF2B5EF4-FFF2-40B4-BE49-F238E27FC236}">
                <a16:creationId xmlns:a16="http://schemas.microsoft.com/office/drawing/2014/main" id="{130AC77C-388B-2CFE-B08B-2BA4916F0550}"/>
              </a:ext>
            </a:extLst>
          </p:cNvPr>
          <p:cNvSpPr>
            <a:spLocks noGrp="1" noChangeArrowheads="1"/>
          </p:cNvSpPr>
          <p:nvPr>
            <p:ph type="title"/>
          </p:nvPr>
        </p:nvSpPr>
        <p:spPr/>
        <p:txBody>
          <a:bodyPr/>
          <a:lstStyle/>
          <a:p>
            <a:r>
              <a:rPr lang="en-US"/>
              <a:t>Forward Pass</a:t>
            </a:r>
          </a:p>
        </p:txBody>
      </p:sp>
      <p:graphicFrame>
        <p:nvGraphicFramePr>
          <p:cNvPr id="203808" name="Group 32">
            <a:extLst>
              <a:ext uri="{FF2B5EF4-FFF2-40B4-BE49-F238E27FC236}">
                <a16:creationId xmlns:a16="http://schemas.microsoft.com/office/drawing/2014/main" id="{9DADF866-3062-B28F-CCF7-CFD37572750A}"/>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773794F4-05DB-3A63-EC4A-9023DA3A9CD0}"/>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2F4B25B8-F585-35E4-5338-9D1DCACDC98B}"/>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1C951EBC-BEAD-FE38-7287-9228E8981EDB}"/>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CB3C12D4-F1B7-67B7-972E-FC56B0D245D7}"/>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CDE7E5E6-8B8E-613D-896D-1DD14B92CA85}"/>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49DAEDCA-0D7A-93DD-5EF8-CE9CD72699DB}"/>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81426569-E283-E755-7ED2-BBCF507970C6}"/>
              </a:ext>
            </a:extLst>
          </p:cNvPr>
          <p:cNvGraphicFramePr>
            <a:graphicFrameLocks noGrp="1"/>
          </p:cNvGraphicFramePr>
          <p:nvPr>
            <p:extLst>
              <p:ext uri="{D42A27DB-BD31-4B8C-83A1-F6EECF244321}">
                <p14:modId xmlns:p14="http://schemas.microsoft.com/office/powerpoint/2010/main" val="214723479"/>
              </p:ext>
            </p:extLst>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9E60B237-8438-109C-7E41-A161C53C839D}"/>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880BCFB1-54B2-98D3-C129-574A8C9052A0}"/>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899A54A7-7CB8-B0E3-4072-3020568F9292}"/>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DA9DD61E-0C1E-0C96-3B8B-B91D564612B6}"/>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2B5B290F-7E64-1BE3-5ADC-665B1101BE90}"/>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1CAC6DD1-A17E-BEAE-516C-4A9B294132FE}"/>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2D5DE155-4422-D265-3C9F-3C18386A74C8}"/>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4B5E34E9-6454-8408-9AA8-D01F42934377}"/>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5FFA1BA7-2665-FFF1-D926-76701A1E6B5C}"/>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81032C02-F2BB-073B-CB23-A061819189AD}"/>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DEE3C819-70F4-F142-5B7E-F4936C83568E}"/>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ABBBA3EA-E847-B43D-D97F-E398390C02D0}"/>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B935038B-6DA9-19CA-D572-9044076BF5AB}"/>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15A880F3-7127-8866-F392-F50F662D8037}"/>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A1F69550-FD85-B154-2563-F3868BA88ABC}"/>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D870E204-B715-2E19-D82A-55EFE3FCA35E}"/>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968097A5-C340-8000-2450-A439A0804B04}"/>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740246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BF1A1-EC68-2B78-4CBB-484E492EE223}"/>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48356E6D-C2B7-19CE-3C25-E5CEF96050A3}"/>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5ECE3819-581A-60BE-0FE0-8299B967E910}"/>
              </a:ext>
            </a:extLst>
          </p:cNvPr>
          <p:cNvSpPr>
            <a:spLocks noGrp="1"/>
          </p:cNvSpPr>
          <p:nvPr>
            <p:ph type="sldNum" sz="quarter" idx="12"/>
          </p:nvPr>
        </p:nvSpPr>
        <p:spPr/>
        <p:txBody>
          <a:bodyPr/>
          <a:lstStyle/>
          <a:p>
            <a:endParaRPr lang="en-US"/>
          </a:p>
          <a:p>
            <a:fld id="{C3229205-4F5D-8646-AA0C-6A0626AA7B24}" type="slidenum">
              <a:rPr lang="en-US"/>
              <a:pPr/>
              <a:t>14</a:t>
            </a:fld>
            <a:endParaRPr lang="en-US"/>
          </a:p>
        </p:txBody>
      </p:sp>
      <p:sp>
        <p:nvSpPr>
          <p:cNvPr id="203778" name="Rectangle 2">
            <a:extLst>
              <a:ext uri="{FF2B5EF4-FFF2-40B4-BE49-F238E27FC236}">
                <a16:creationId xmlns:a16="http://schemas.microsoft.com/office/drawing/2014/main" id="{5B739C0B-13A6-8CAD-FBE1-4404A399DE39}"/>
              </a:ext>
            </a:extLst>
          </p:cNvPr>
          <p:cNvSpPr>
            <a:spLocks noGrp="1" noChangeArrowheads="1"/>
          </p:cNvSpPr>
          <p:nvPr>
            <p:ph type="title"/>
          </p:nvPr>
        </p:nvSpPr>
        <p:spPr/>
        <p:txBody>
          <a:bodyPr/>
          <a:lstStyle/>
          <a:p>
            <a:r>
              <a:rPr lang="en-US"/>
              <a:t>Forward Pass</a:t>
            </a:r>
          </a:p>
        </p:txBody>
      </p:sp>
      <p:graphicFrame>
        <p:nvGraphicFramePr>
          <p:cNvPr id="203808" name="Group 32">
            <a:extLst>
              <a:ext uri="{FF2B5EF4-FFF2-40B4-BE49-F238E27FC236}">
                <a16:creationId xmlns:a16="http://schemas.microsoft.com/office/drawing/2014/main" id="{C8EE6F30-EE41-5BEC-6D2E-DF91CD8F9F9D}"/>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36984621-294C-EC4F-6501-FA1A23B25277}"/>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13538C56-871E-500C-DFFC-B09CF55EE6AA}"/>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07D35154-B487-7D42-30A7-E005C114AA6E}"/>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FDA9CF36-43EF-48AA-0F1E-04812BE63C8A}"/>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E81AF979-A067-A4BE-7A53-F9879E6377EC}"/>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F7029ADD-5537-D5AA-9C0F-A93465D9C9E0}"/>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DA2D659F-D259-1FC0-A06B-F03C7F509DD3}"/>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E48CC73B-8C10-5305-AD4B-5DC094EAAECA}"/>
              </a:ext>
            </a:extLst>
          </p:cNvPr>
          <p:cNvGraphicFramePr>
            <a:graphicFrameLocks noGrp="1"/>
          </p:cNvGraphicFramePr>
          <p:nvPr>
            <p:extLst>
              <p:ext uri="{D42A27DB-BD31-4B8C-83A1-F6EECF244321}">
                <p14:modId xmlns:p14="http://schemas.microsoft.com/office/powerpoint/2010/main" val="1081369447"/>
              </p:ext>
            </p:extLst>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AF65AECD-34C6-5741-76E3-0BE26F8AA271}"/>
              </a:ext>
            </a:extLst>
          </p:cNvPr>
          <p:cNvGraphicFramePr>
            <a:graphicFrameLocks noGrp="1"/>
          </p:cNvGraphicFramePr>
          <p:nvPr>
            <p:extLst>
              <p:ext uri="{D42A27DB-BD31-4B8C-83A1-F6EECF244321}">
                <p14:modId xmlns:p14="http://schemas.microsoft.com/office/powerpoint/2010/main" val="265320883"/>
              </p:ext>
            </p:extLst>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D58FEAB3-141E-6C45-2D66-FAC568FB00AC}"/>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3D5236D9-8E5F-FAF5-C694-9E15B1F7C7DB}"/>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96F7CA92-E82E-64B1-6162-C6DE6832E333}"/>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21E36CFC-1D13-B35A-3A35-BB1189A83CAF}"/>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04195685-2CBB-2F05-93BF-A893A88FAC11}"/>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09DAF94D-B08B-B1D8-7A8E-27A7B72CCEFF}"/>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6F694605-3BD5-9300-CF64-538106D87694}"/>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212951C8-BC2D-DC49-9C08-845A2219A23C}"/>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01F88D8A-532E-84DC-F6A6-6F5F8F4AE7A3}"/>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6602F518-2D34-EF75-761C-391C05E60735}"/>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9DD7303C-89AD-04A3-CECB-9B2B701AD964}"/>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4BCA0F42-93ED-343A-15ED-16C8E0830EA6}"/>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346675BA-D429-4B0B-4455-D8C9DBAEAE2E}"/>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3BA45B33-8F52-C881-9829-1A2F42192B92}"/>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B9A820EB-4F88-5D68-4F6D-96A3E504EF56}"/>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1574152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0468E-BEFD-6779-5C95-664145A25225}"/>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A4F184F6-6F63-EB67-0D41-F6D0492B4228}"/>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6A13B46E-3B74-5DA1-F2B1-EC2DB6C5B6F0}"/>
              </a:ext>
            </a:extLst>
          </p:cNvPr>
          <p:cNvSpPr>
            <a:spLocks noGrp="1"/>
          </p:cNvSpPr>
          <p:nvPr>
            <p:ph type="sldNum" sz="quarter" idx="12"/>
          </p:nvPr>
        </p:nvSpPr>
        <p:spPr/>
        <p:txBody>
          <a:bodyPr/>
          <a:lstStyle/>
          <a:p>
            <a:endParaRPr lang="en-US"/>
          </a:p>
          <a:p>
            <a:fld id="{C3229205-4F5D-8646-AA0C-6A0626AA7B24}" type="slidenum">
              <a:rPr lang="en-US"/>
              <a:pPr/>
              <a:t>15</a:t>
            </a:fld>
            <a:endParaRPr lang="en-US"/>
          </a:p>
        </p:txBody>
      </p:sp>
      <p:sp>
        <p:nvSpPr>
          <p:cNvPr id="203778" name="Rectangle 2">
            <a:extLst>
              <a:ext uri="{FF2B5EF4-FFF2-40B4-BE49-F238E27FC236}">
                <a16:creationId xmlns:a16="http://schemas.microsoft.com/office/drawing/2014/main" id="{6A0DA27C-9EE3-C494-A484-D3045A407ED4}"/>
              </a:ext>
            </a:extLst>
          </p:cNvPr>
          <p:cNvSpPr>
            <a:spLocks noGrp="1" noChangeArrowheads="1"/>
          </p:cNvSpPr>
          <p:nvPr>
            <p:ph type="title"/>
          </p:nvPr>
        </p:nvSpPr>
        <p:spPr/>
        <p:txBody>
          <a:bodyPr/>
          <a:lstStyle/>
          <a:p>
            <a:r>
              <a:rPr lang="en-US"/>
              <a:t>Forward Pass</a:t>
            </a:r>
          </a:p>
        </p:txBody>
      </p:sp>
      <p:graphicFrame>
        <p:nvGraphicFramePr>
          <p:cNvPr id="203808" name="Group 32">
            <a:extLst>
              <a:ext uri="{FF2B5EF4-FFF2-40B4-BE49-F238E27FC236}">
                <a16:creationId xmlns:a16="http://schemas.microsoft.com/office/drawing/2014/main" id="{C2BBF1D6-E98D-71EC-F215-250F84AA4552}"/>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03D39BF1-9EAF-8EB7-2AA0-60B2C47326F9}"/>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00413F63-A396-2014-E383-FCF6C2BD7216}"/>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B71129FB-B5BA-5570-0071-A36A0EB42BE8}"/>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0B6A7575-47D1-A27B-9F08-A196FB22975F}"/>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7B7B639C-909F-8A93-ED88-43649BF41DFD}"/>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4D9796F0-4AA6-5E88-743B-88F4483EFAF7}"/>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8B8E8E21-FFDD-1DA3-1D70-52101B8C3666}"/>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EF1DB45D-6627-B2BB-FC10-D4BC94FC0AA9}"/>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954ABD3F-A0FE-EB8C-44EF-D3289A59CD71}"/>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4D2334C0-430F-4D18-8621-BD27E75C3E3E}"/>
              </a:ext>
            </a:extLst>
          </p:cNvPr>
          <p:cNvGraphicFramePr>
            <a:graphicFrameLocks noGrp="1"/>
          </p:cNvGraphicFramePr>
          <p:nvPr>
            <p:extLst>
              <p:ext uri="{D42A27DB-BD31-4B8C-83A1-F6EECF244321}">
                <p14:modId xmlns:p14="http://schemas.microsoft.com/office/powerpoint/2010/main" val="795532198"/>
              </p:ext>
            </p:extLst>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9D154FBD-2D82-6CBE-F62A-1910625A2BA4}"/>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701A8C91-4393-2F43-B212-D530A860FD87}"/>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B7C74177-8163-A5A2-B031-259C515E5A13}"/>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668CC15B-3045-CBF9-A838-6700A7951151}"/>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46029868-88FB-1568-88B6-33664E76C2F7}"/>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85803BD8-79A5-18CB-F1F0-6639B79D01FC}"/>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52D361DE-0D94-FF54-A200-D80E43D09B85}"/>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B489FBDC-F410-8C35-770E-342381DA5255}"/>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027405E8-78CD-4330-39DD-9F637C0CCC9A}"/>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BB4A280C-9FE9-5ED2-0BC7-8223415BD07E}"/>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3FC0143E-CC3E-E8A1-0111-058E83431F46}"/>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35652147-D63A-B20C-36D5-9BB27E0E81E6}"/>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D9F82C37-7BC3-F04C-CA1A-FD1C763BA793}"/>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F60F520E-4089-1534-1693-376400A3AC29}"/>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1371102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half" idx="10"/>
          </p:nvPr>
        </p:nvSpPr>
        <p:spPr/>
        <p:txBody>
          <a:bodyPr/>
          <a:lstStyle/>
          <a:p>
            <a:fld id="{3650B0E7-E1FF-4C4A-935E-B3C869AA496D}" type="datetime1">
              <a:rPr lang="en-US" smtClean="0"/>
              <a:pPr/>
              <a:t>4/21/25</a:t>
            </a:fld>
            <a:endParaRPr lang="en-US"/>
          </a:p>
        </p:txBody>
      </p:sp>
      <p:sp>
        <p:nvSpPr>
          <p:cNvPr id="8" name="Slide Number Placeholder 5"/>
          <p:cNvSpPr>
            <a:spLocks noGrp="1"/>
          </p:cNvSpPr>
          <p:nvPr>
            <p:ph type="sldNum" sz="quarter" idx="12"/>
          </p:nvPr>
        </p:nvSpPr>
        <p:spPr/>
        <p:txBody>
          <a:bodyPr/>
          <a:lstStyle/>
          <a:p>
            <a:endParaRPr lang="en-US"/>
          </a:p>
          <a:p>
            <a:fld id="{6405DD8D-4FE1-6C44-B2DA-705EA09C4BDC}" type="slidenum">
              <a:rPr lang="en-US"/>
              <a:pPr/>
              <a:t>16</a:t>
            </a:fld>
            <a:endParaRPr lang="en-US"/>
          </a:p>
        </p:txBody>
      </p:sp>
      <p:sp>
        <p:nvSpPr>
          <p:cNvPr id="90114" name="Rectangle 2"/>
          <p:cNvSpPr>
            <a:spLocks noGrp="1" noChangeArrowheads="1"/>
          </p:cNvSpPr>
          <p:nvPr>
            <p:ph type="title"/>
          </p:nvPr>
        </p:nvSpPr>
        <p:spPr/>
        <p:txBody>
          <a:bodyPr/>
          <a:lstStyle/>
          <a:p>
            <a:r>
              <a:rPr lang="en-US"/>
              <a:t>Backward Pass</a:t>
            </a:r>
          </a:p>
        </p:txBody>
      </p:sp>
      <p:sp>
        <p:nvSpPr>
          <p:cNvPr id="90115" name="Rectangle 3"/>
          <p:cNvSpPr>
            <a:spLocks noGrp="1" noChangeArrowheads="1"/>
          </p:cNvSpPr>
          <p:nvPr>
            <p:ph type="body" idx="1"/>
          </p:nvPr>
        </p:nvSpPr>
        <p:spPr>
          <a:xfrm>
            <a:off x="152400" y="1295400"/>
            <a:ext cx="8382000" cy="4114800"/>
          </a:xfrm>
        </p:spPr>
        <p:txBody>
          <a:bodyPr/>
          <a:lstStyle/>
          <a:p>
            <a:pPr lvl="1">
              <a:lnSpc>
                <a:spcPct val="90000"/>
              </a:lnSpc>
              <a:buFontTx/>
              <a:buNone/>
              <a:tabLst>
                <a:tab pos="1597025" algn="l"/>
              </a:tabLst>
            </a:pPr>
            <a:r>
              <a:rPr lang="en-US">
                <a:latin typeface="Lucida Sans" charset="0"/>
              </a:rPr>
              <a:t>(2) Backward Pass (LS, LF)</a:t>
            </a:r>
          </a:p>
          <a:p>
            <a:pPr lvl="1">
              <a:lnSpc>
                <a:spcPct val="90000"/>
              </a:lnSpc>
              <a:buFontTx/>
              <a:buNone/>
              <a:tabLst>
                <a:tab pos="1597025" algn="l"/>
              </a:tabLst>
            </a:pPr>
            <a:r>
              <a:rPr lang="en-US">
                <a:latin typeface="Lucida Sans" charset="0"/>
              </a:rPr>
              <a:t>	</a:t>
            </a:r>
            <a:r>
              <a:rPr lang="en-US" sz="1800" u="sng">
                <a:latin typeface="Lucida Sans" charset="0"/>
              </a:rPr>
              <a:t>Step 1:</a:t>
            </a:r>
            <a:r>
              <a:rPr lang="en-US" sz="1800">
                <a:latin typeface="Lucida Sans" charset="0"/>
              </a:rPr>
              <a:t> </a:t>
            </a:r>
            <a:r>
              <a:rPr lang="en-US" sz="1800" u="sng">
                <a:latin typeface="Lucida Sans" charset="0"/>
              </a:rPr>
              <a:t>LF</a:t>
            </a:r>
            <a:r>
              <a:rPr lang="en-US" sz="1800">
                <a:latin typeface="Lucida Sans" charset="0"/>
              </a:rPr>
              <a:t> of FINISH node is set equal to its earliest finish time as</a:t>
            </a:r>
          </a:p>
          <a:p>
            <a:pPr lvl="1">
              <a:lnSpc>
                <a:spcPct val="90000"/>
              </a:lnSpc>
              <a:buFontTx/>
              <a:buNone/>
              <a:tabLst>
                <a:tab pos="1597025" algn="l"/>
              </a:tabLst>
            </a:pPr>
            <a:r>
              <a:rPr lang="en-US" sz="1800">
                <a:latin typeface="Lucida Sans" charset="0"/>
              </a:rPr>
              <a:t>	          computed in the forward pass computations: </a:t>
            </a:r>
            <a:r>
              <a:rPr lang="en-US" sz="1800">
                <a:solidFill>
                  <a:schemeClr val="accent2"/>
                </a:solidFill>
                <a:latin typeface="Lucida Sans" charset="0"/>
              </a:rPr>
              <a:t>LF</a:t>
            </a:r>
            <a:r>
              <a:rPr lang="en-US" sz="1800" baseline="-25000">
                <a:solidFill>
                  <a:schemeClr val="accent2"/>
                </a:solidFill>
                <a:latin typeface="Lucida Sans" charset="0"/>
              </a:rPr>
              <a:t>FIN</a:t>
            </a:r>
            <a:r>
              <a:rPr lang="en-US" sz="1800">
                <a:solidFill>
                  <a:schemeClr val="accent2"/>
                </a:solidFill>
                <a:latin typeface="Lucida Sans" charset="0"/>
              </a:rPr>
              <a:t>= EF</a:t>
            </a:r>
            <a:r>
              <a:rPr lang="en-US" sz="1800" baseline="-25000">
                <a:solidFill>
                  <a:schemeClr val="accent2"/>
                </a:solidFill>
                <a:latin typeface="Lucida Sans" charset="0"/>
              </a:rPr>
              <a:t>FIN</a:t>
            </a:r>
            <a:endParaRPr lang="en-US" sz="1800">
              <a:solidFill>
                <a:schemeClr val="accent2"/>
              </a:solidFill>
              <a:latin typeface="Lucida Sans" charset="0"/>
            </a:endParaRPr>
          </a:p>
          <a:p>
            <a:pPr lvl="1">
              <a:lnSpc>
                <a:spcPct val="90000"/>
              </a:lnSpc>
              <a:buFontTx/>
              <a:buNone/>
              <a:tabLst>
                <a:tab pos="1597025" algn="l"/>
              </a:tabLst>
            </a:pPr>
            <a:r>
              <a:rPr lang="en-US" sz="1800">
                <a:latin typeface="Lucida Sans" charset="0"/>
              </a:rPr>
              <a:t>	</a:t>
            </a:r>
          </a:p>
          <a:p>
            <a:pPr lvl="1">
              <a:lnSpc>
                <a:spcPct val="90000"/>
              </a:lnSpc>
              <a:buFontTx/>
              <a:buNone/>
              <a:tabLst>
                <a:tab pos="1597025" algn="l"/>
              </a:tabLst>
            </a:pPr>
            <a:r>
              <a:rPr lang="en-US" sz="1800">
                <a:latin typeface="Lucida Sans" charset="0"/>
              </a:rPr>
              <a:t>	</a:t>
            </a:r>
            <a:r>
              <a:rPr lang="en-US" sz="1800" u="sng">
                <a:latin typeface="Lucida Sans" charset="0"/>
              </a:rPr>
              <a:t>Step 2:</a:t>
            </a:r>
            <a:r>
              <a:rPr lang="en-US" sz="1800">
                <a:latin typeface="Lucida Sans" charset="0"/>
              </a:rPr>
              <a:t> the latest allowable finish time for activity </a:t>
            </a:r>
            <a:r>
              <a:rPr lang="en-US" sz="1800" i="1">
                <a:latin typeface="Lucida Sans" charset="0"/>
              </a:rPr>
              <a:t>k</a:t>
            </a:r>
            <a:r>
              <a:rPr lang="en-US" sz="1800">
                <a:latin typeface="Lucida Sans" charset="0"/>
              </a:rPr>
              <a:t>  without  	delaying the entire project is the smallest (or earliest) of 	the latest allowable start times of its successor activities. </a:t>
            </a:r>
          </a:p>
          <a:p>
            <a:pPr lvl="1">
              <a:lnSpc>
                <a:spcPct val="90000"/>
              </a:lnSpc>
              <a:buFontTx/>
              <a:buNone/>
              <a:tabLst>
                <a:tab pos="1597025" algn="l"/>
              </a:tabLst>
            </a:pPr>
            <a:r>
              <a:rPr lang="en-US" sz="1800">
                <a:latin typeface="Lucida Sans" charset="0"/>
              </a:rPr>
              <a:t>				</a:t>
            </a:r>
          </a:p>
          <a:p>
            <a:pPr lvl="1">
              <a:lnSpc>
                <a:spcPct val="90000"/>
              </a:lnSpc>
              <a:buFontTx/>
              <a:buNone/>
              <a:tabLst>
                <a:tab pos="1597025" algn="l"/>
              </a:tabLst>
            </a:pPr>
            <a:r>
              <a:rPr lang="en-US" sz="1800">
                <a:solidFill>
                  <a:schemeClr val="accent2"/>
                </a:solidFill>
                <a:latin typeface="Lucida Sans" charset="0"/>
              </a:rPr>
              <a:t>			LF</a:t>
            </a:r>
            <a:r>
              <a:rPr lang="en-US" sz="1800" baseline="-25000">
                <a:solidFill>
                  <a:schemeClr val="accent2"/>
                </a:solidFill>
                <a:latin typeface="Lucida Sans" charset="0"/>
              </a:rPr>
              <a:t>k</a:t>
            </a:r>
            <a:r>
              <a:rPr lang="en-US" sz="1800">
                <a:solidFill>
                  <a:schemeClr val="accent2"/>
                </a:solidFill>
                <a:latin typeface="Lucida Sans" charset="0"/>
              </a:rPr>
              <a:t> =</a:t>
            </a:r>
            <a:r>
              <a:rPr lang="en-US" sz="1800">
                <a:latin typeface="Lucida Sans" charset="0"/>
              </a:rPr>
              <a:t> smallest LS of  </a:t>
            </a:r>
            <a:r>
              <a:rPr lang="en-US" sz="1800" i="1">
                <a:latin typeface="Lucida Sans" charset="0"/>
              </a:rPr>
              <a:t>k</a:t>
            </a:r>
            <a:r>
              <a:rPr lang="en-US" sz="1800">
                <a:latin typeface="Lucida Sans" charset="0"/>
              </a:rPr>
              <a:t>'s successors = </a:t>
            </a:r>
          </a:p>
          <a:p>
            <a:pPr lvl="1">
              <a:lnSpc>
                <a:spcPct val="90000"/>
              </a:lnSpc>
              <a:buFontTx/>
              <a:buNone/>
              <a:tabLst>
                <a:tab pos="1597025" algn="l"/>
              </a:tabLst>
            </a:pPr>
            <a:r>
              <a:rPr lang="en-US" sz="1800">
                <a:latin typeface="Lucida Sans" charset="0"/>
              </a:rPr>
              <a:t> </a:t>
            </a:r>
          </a:p>
          <a:p>
            <a:pPr lvl="1">
              <a:lnSpc>
                <a:spcPct val="90000"/>
              </a:lnSpc>
              <a:buFontTx/>
              <a:buNone/>
              <a:tabLst>
                <a:tab pos="1597025" algn="l"/>
              </a:tabLst>
            </a:pPr>
            <a:r>
              <a:rPr lang="en-US" sz="1800">
                <a:latin typeface="Lucida Sans" charset="0"/>
              </a:rPr>
              <a:t>                         = latest allowable finish time for activity k </a:t>
            </a:r>
            <a:r>
              <a:rPr lang="en-US" sz="1800" u="sng">
                <a:latin typeface="Lucida Sans" charset="0"/>
              </a:rPr>
              <a:t>without                  </a:t>
            </a:r>
            <a:r>
              <a:rPr lang="en-US" sz="1800">
                <a:latin typeface="Lucida Sans" charset="0"/>
              </a:rPr>
              <a:t>			</a:t>
            </a:r>
            <a:r>
              <a:rPr lang="en-US" sz="1800" u="sng">
                <a:latin typeface="Lucida Sans" charset="0"/>
              </a:rPr>
              <a:t>affecting the project completion time</a:t>
            </a:r>
          </a:p>
          <a:p>
            <a:pPr lvl="1">
              <a:lnSpc>
                <a:spcPct val="90000"/>
              </a:lnSpc>
              <a:buFontTx/>
              <a:buNone/>
              <a:tabLst>
                <a:tab pos="1597025" algn="l"/>
              </a:tabLst>
            </a:pPr>
            <a:endParaRPr lang="en-US" sz="1800">
              <a:latin typeface="Lucida Sans" charset="0"/>
            </a:endParaRPr>
          </a:p>
          <a:p>
            <a:pPr lvl="1">
              <a:lnSpc>
                <a:spcPct val="90000"/>
              </a:lnSpc>
              <a:buFontTx/>
              <a:buNone/>
              <a:tabLst>
                <a:tab pos="1597025" algn="l"/>
              </a:tabLst>
            </a:pPr>
            <a:r>
              <a:rPr lang="en-US" sz="1800">
                <a:latin typeface="Lucida Sans" charset="0"/>
              </a:rPr>
              <a:t>	</a:t>
            </a:r>
            <a:r>
              <a:rPr lang="en-US" sz="1800" u="sng">
                <a:latin typeface="Lucida Sans" charset="0"/>
              </a:rPr>
              <a:t>Step 3:</a:t>
            </a:r>
            <a:r>
              <a:rPr lang="en-US" sz="1800">
                <a:latin typeface="Lucida Sans" charset="0"/>
              </a:rPr>
              <a:t> the latest allowable start time for activity  k  without 	delaying the entire project is its latest allowable finish time 	minus the estimated activity time.  </a:t>
            </a:r>
          </a:p>
          <a:p>
            <a:pPr lvl="1">
              <a:lnSpc>
                <a:spcPct val="90000"/>
              </a:lnSpc>
              <a:buFontTx/>
              <a:buNone/>
              <a:tabLst>
                <a:tab pos="1597025" algn="l"/>
              </a:tabLst>
            </a:pPr>
            <a:r>
              <a:rPr lang="en-US" sz="1800">
                <a:latin typeface="Lucida Sans" charset="0"/>
              </a:rPr>
              <a:t>                                              </a:t>
            </a:r>
            <a:r>
              <a:rPr lang="en-US" sz="1800">
                <a:solidFill>
                  <a:schemeClr val="accent2"/>
                </a:solidFill>
                <a:latin typeface="Lucida Sans" charset="0"/>
              </a:rPr>
              <a:t>LS</a:t>
            </a:r>
            <a:r>
              <a:rPr lang="en-US" sz="1800" baseline="-25000">
                <a:solidFill>
                  <a:schemeClr val="accent2"/>
                </a:solidFill>
                <a:latin typeface="Lucida Sans" charset="0"/>
              </a:rPr>
              <a:t>k</a:t>
            </a:r>
            <a:r>
              <a:rPr lang="en-US" sz="1800">
                <a:solidFill>
                  <a:schemeClr val="accent2"/>
                </a:solidFill>
                <a:latin typeface="Lucida Sans" charset="0"/>
              </a:rPr>
              <a:t> = LF</a:t>
            </a:r>
            <a:r>
              <a:rPr lang="en-US" sz="1800" baseline="-25000">
                <a:solidFill>
                  <a:schemeClr val="accent2"/>
                </a:solidFill>
                <a:latin typeface="Lucida Sans" charset="0"/>
              </a:rPr>
              <a:t>k</a:t>
            </a:r>
            <a:r>
              <a:rPr lang="en-US" sz="1800">
                <a:solidFill>
                  <a:schemeClr val="accent2"/>
                </a:solidFill>
                <a:latin typeface="Lucida Sans" charset="0"/>
              </a:rPr>
              <a:t> - t</a:t>
            </a:r>
            <a:r>
              <a:rPr lang="en-US" sz="1800" baseline="-25000">
                <a:solidFill>
                  <a:schemeClr val="accent2"/>
                </a:solidFill>
                <a:latin typeface="Lucida Sans" charset="0"/>
              </a:rPr>
              <a:t>k</a:t>
            </a:r>
          </a:p>
        </p:txBody>
      </p:sp>
      <p:graphicFrame>
        <p:nvGraphicFramePr>
          <p:cNvPr id="90144" name="Object 32"/>
          <p:cNvGraphicFramePr>
            <a:graphicFrameLocks noChangeAspect="1"/>
          </p:cNvGraphicFramePr>
          <p:nvPr/>
        </p:nvGraphicFramePr>
        <p:xfrm>
          <a:off x="6019800" y="3581400"/>
          <a:ext cx="1905000" cy="673100"/>
        </p:xfrm>
        <a:graphic>
          <a:graphicData uri="http://schemas.openxmlformats.org/presentationml/2006/ole">
            <mc:AlternateContent xmlns:mc="http://schemas.openxmlformats.org/markup-compatibility/2006">
              <mc:Choice xmlns:v="urn:schemas-microsoft-com:vml" Requires="v">
                <p:oleObj name="Equation" r:id="rId3" imgW="1028520" imgH="380880" progId="">
                  <p:embed/>
                </p:oleObj>
              </mc:Choice>
              <mc:Fallback>
                <p:oleObj name="Equation" r:id="rId3" imgW="1028520" imgH="380880" progId="">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581400"/>
                        <a:ext cx="1905000" cy="6731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90145" name="Object 33"/>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5" imgW="914400" imgH="198720" progId="">
                  <p:embed/>
                </p:oleObj>
              </mc:Choice>
              <mc:Fallback>
                <p:oleObj name="Equation" r:id="rId5" imgW="914400" imgH="198720" progId="">
                  <p:embed/>
                  <p:pic>
                    <p:nvPicPr>
                      <p:cNvPr id="0" name="Picture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8A84D-A73D-8FBE-4F8C-6A633B9F05AD}"/>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A55E1F6E-220D-6F73-8566-E25EE93009A8}"/>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F2E23407-4516-2B92-6399-52ACE0424971}"/>
              </a:ext>
            </a:extLst>
          </p:cNvPr>
          <p:cNvSpPr>
            <a:spLocks noGrp="1"/>
          </p:cNvSpPr>
          <p:nvPr>
            <p:ph type="sldNum" sz="quarter" idx="12"/>
          </p:nvPr>
        </p:nvSpPr>
        <p:spPr/>
        <p:txBody>
          <a:bodyPr/>
          <a:lstStyle/>
          <a:p>
            <a:endParaRPr lang="en-US"/>
          </a:p>
          <a:p>
            <a:fld id="{C3229205-4F5D-8646-AA0C-6A0626AA7B24}" type="slidenum">
              <a:rPr lang="en-US"/>
              <a:pPr/>
              <a:t>17</a:t>
            </a:fld>
            <a:endParaRPr lang="en-US"/>
          </a:p>
        </p:txBody>
      </p:sp>
      <p:sp>
        <p:nvSpPr>
          <p:cNvPr id="203778" name="Rectangle 2">
            <a:extLst>
              <a:ext uri="{FF2B5EF4-FFF2-40B4-BE49-F238E27FC236}">
                <a16:creationId xmlns:a16="http://schemas.microsoft.com/office/drawing/2014/main" id="{BAE14D84-A853-9485-B34F-8BB2E1868612}"/>
              </a:ext>
            </a:extLst>
          </p:cNvPr>
          <p:cNvSpPr>
            <a:spLocks noGrp="1" noChangeArrowheads="1"/>
          </p:cNvSpPr>
          <p:nvPr>
            <p:ph type="title"/>
          </p:nvPr>
        </p:nvSpPr>
        <p:spPr/>
        <p:txBody>
          <a:bodyPr/>
          <a:lstStyle/>
          <a:p>
            <a:r>
              <a:rPr lang="en-US" dirty="0"/>
              <a:t>Backward Pass</a:t>
            </a:r>
          </a:p>
        </p:txBody>
      </p:sp>
      <p:graphicFrame>
        <p:nvGraphicFramePr>
          <p:cNvPr id="203808" name="Group 32">
            <a:extLst>
              <a:ext uri="{FF2B5EF4-FFF2-40B4-BE49-F238E27FC236}">
                <a16:creationId xmlns:a16="http://schemas.microsoft.com/office/drawing/2014/main" id="{FC4B2E8D-27C2-87F9-C79C-C11AF1181307}"/>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EC26D4D3-A07F-9DD1-5505-B9959B190DBC}"/>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78C91DB7-E4F6-97D1-8E8D-A8A3BF1AFB11}"/>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2775E0CC-8A08-B99C-C902-76C32F06727D}"/>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8B6E645B-D903-2B51-006D-C88A6049848C}"/>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CDB10B3E-5DE3-B637-5FEB-1526DF743256}"/>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43159025-AB47-3686-5789-B274C34ED656}"/>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B1142F6A-5941-330F-0BD4-22B670AFFB70}"/>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361CBE3D-1CC7-BAEC-8460-C4CF378F02CC}"/>
              </a:ext>
            </a:extLst>
          </p:cNvPr>
          <p:cNvGraphicFramePr>
            <a:graphicFrameLocks noGrp="1"/>
          </p:cNvGraphicFramePr>
          <p:nvPr>
            <p:extLst>
              <p:ext uri="{D42A27DB-BD31-4B8C-83A1-F6EECF244321}">
                <p14:modId xmlns:p14="http://schemas.microsoft.com/office/powerpoint/2010/main" val="2453695816"/>
              </p:ext>
            </p:extLst>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22721BE4-91CA-536E-518D-90660BF2CE0F}"/>
              </a:ext>
            </a:extLst>
          </p:cNvPr>
          <p:cNvGraphicFramePr>
            <a:graphicFrameLocks noGrp="1"/>
          </p:cNvGraphicFramePr>
          <p:nvPr>
            <p:extLst>
              <p:ext uri="{D42A27DB-BD31-4B8C-83A1-F6EECF244321}">
                <p14:modId xmlns:p14="http://schemas.microsoft.com/office/powerpoint/2010/main" val="2625479128"/>
              </p:ext>
            </p:extLst>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BE9FECAA-05D6-6078-9232-EBFC8D121E88}"/>
              </a:ext>
            </a:extLst>
          </p:cNvPr>
          <p:cNvGraphicFramePr>
            <a:graphicFrameLocks noGrp="1"/>
          </p:cNvGraphicFramePr>
          <p:nvPr>
            <p:extLst>
              <p:ext uri="{D42A27DB-BD31-4B8C-83A1-F6EECF244321}">
                <p14:modId xmlns:p14="http://schemas.microsoft.com/office/powerpoint/2010/main" val="2292043606"/>
              </p:ext>
            </p:extLst>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4D28441D-C391-9615-176A-0DC007F81935}"/>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675CFF0D-EAFF-284F-AAB1-D60EEA959A45}"/>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9AA11290-3C93-0443-5D11-9068C96F8F2F}"/>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F04BDC31-B820-FCFE-42A6-D31877E6715A}"/>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1603498C-F613-ABA4-F87D-1F10CADE1BB3}"/>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793562A0-8D64-E67C-2C59-D88E119430B2}"/>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170BFAF9-A937-8943-969C-0FE7C6912A6C}"/>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CB670539-975E-3722-ED81-0950A5D991FE}"/>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95F94AF6-0639-269D-B32E-551AA87B9862}"/>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9BD6BADE-5C9A-C7D5-8A7E-16109AFA5F2D}"/>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CC0F2306-AACE-3792-3CA6-1915754EA955}"/>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EB0D787B-D42F-4F65-9B4F-00335E044060}"/>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FC2DD100-4FDF-BEB7-6A00-D2A077CAB303}"/>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0ACB659D-4B64-364E-2817-3DDA5259622B}"/>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2486514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0F9B8-70DF-9439-7142-75354B74771E}"/>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899D0D15-0AE3-F20D-A544-CFFC4091D096}"/>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04538B24-1FD5-C3E0-09B3-9BB516676B7A}"/>
              </a:ext>
            </a:extLst>
          </p:cNvPr>
          <p:cNvSpPr>
            <a:spLocks noGrp="1"/>
          </p:cNvSpPr>
          <p:nvPr>
            <p:ph type="sldNum" sz="quarter" idx="12"/>
          </p:nvPr>
        </p:nvSpPr>
        <p:spPr/>
        <p:txBody>
          <a:bodyPr/>
          <a:lstStyle/>
          <a:p>
            <a:endParaRPr lang="en-US"/>
          </a:p>
          <a:p>
            <a:fld id="{C3229205-4F5D-8646-AA0C-6A0626AA7B24}" type="slidenum">
              <a:rPr lang="en-US"/>
              <a:pPr/>
              <a:t>18</a:t>
            </a:fld>
            <a:endParaRPr lang="en-US"/>
          </a:p>
        </p:txBody>
      </p:sp>
      <p:sp>
        <p:nvSpPr>
          <p:cNvPr id="203778" name="Rectangle 2">
            <a:extLst>
              <a:ext uri="{FF2B5EF4-FFF2-40B4-BE49-F238E27FC236}">
                <a16:creationId xmlns:a16="http://schemas.microsoft.com/office/drawing/2014/main" id="{857EE458-826B-789F-261D-60D92120E72A}"/>
              </a:ext>
            </a:extLst>
          </p:cNvPr>
          <p:cNvSpPr>
            <a:spLocks noGrp="1" noChangeArrowheads="1"/>
          </p:cNvSpPr>
          <p:nvPr>
            <p:ph type="title"/>
          </p:nvPr>
        </p:nvSpPr>
        <p:spPr/>
        <p:txBody>
          <a:bodyPr/>
          <a:lstStyle/>
          <a:p>
            <a:r>
              <a:rPr lang="en-US" dirty="0"/>
              <a:t>Backward Pass</a:t>
            </a:r>
          </a:p>
        </p:txBody>
      </p:sp>
      <p:graphicFrame>
        <p:nvGraphicFramePr>
          <p:cNvPr id="203808" name="Group 32">
            <a:extLst>
              <a:ext uri="{FF2B5EF4-FFF2-40B4-BE49-F238E27FC236}">
                <a16:creationId xmlns:a16="http://schemas.microsoft.com/office/drawing/2014/main" id="{A4F3BB09-7E39-66EE-155B-3C9B7751D65F}"/>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77D19830-B5E6-4DFA-A059-AABB8479061E}"/>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BEBAE3B7-C204-28CC-B85F-C1D508A757E0}"/>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76B42D96-5AAA-77BF-2C53-E2E8C1CB786D}"/>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DFECF3A6-47DA-B607-5156-4CEC9372F40D}"/>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550C44F0-AC68-FCB7-270E-A18390E301D5}"/>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40B07DE6-A357-2153-084F-3C33B131292D}"/>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2D8C31A1-6696-4064-0746-432E073CD37D}"/>
              </a:ext>
            </a:extLst>
          </p:cNvPr>
          <p:cNvGraphicFramePr>
            <a:graphicFrameLocks noGrp="1"/>
          </p:cNvGraphicFramePr>
          <p:nvPr>
            <p:extLst>
              <p:ext uri="{D42A27DB-BD31-4B8C-83A1-F6EECF244321}">
                <p14:modId xmlns:p14="http://schemas.microsoft.com/office/powerpoint/2010/main" val="4159268778"/>
              </p:ext>
            </p:extLst>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D0FEC272-5754-3F4A-7193-EE3463E5DE4E}"/>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69E80060-D993-9D60-9227-C4470B674748}"/>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E207E029-E509-3F8B-4CF9-7FA79055AA99}"/>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1557937E-1E03-9E99-B390-D87C7DA1B7BE}"/>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34891AD2-6E90-C753-1473-7DB43459ACB7}"/>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ACEF5A29-B545-3B0B-E1F2-41AD48515AE0}"/>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1D918FB6-C72B-D6F5-ABC8-754DEECA26EA}"/>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11FEDDCD-9D1E-DD47-2013-73C7EC25EECF}"/>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FAB6978D-158C-5907-5AC8-7F83AC92B8EB}"/>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9CFDC521-15D4-FAA5-0EE2-D53FA7212263}"/>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AC4469E4-AB7D-7314-FE1C-F581B3ACCA10}"/>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7EAA7C9A-7DBE-0979-E2AC-DA07DE61275F}"/>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0C7F6944-B6E4-0066-8E73-D6D9312D59EF}"/>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222BB9B2-4641-D30B-4820-DE54506352A5}"/>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4795A232-35BE-9291-F839-BC62309AAF0B}"/>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588AA73F-4F05-01AB-AC09-080B3A294CA9}"/>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0539A12F-AC2A-FF50-CBC8-367BCBEC142B}"/>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4086558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58F25-10F3-5172-BA39-A33C11E003E5}"/>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56789FCF-E800-C47A-156C-41CCC1612C80}"/>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7FAFF3EC-38BC-50D7-D3A3-F7FD52C8A4BA}"/>
              </a:ext>
            </a:extLst>
          </p:cNvPr>
          <p:cNvSpPr>
            <a:spLocks noGrp="1"/>
          </p:cNvSpPr>
          <p:nvPr>
            <p:ph type="sldNum" sz="quarter" idx="12"/>
          </p:nvPr>
        </p:nvSpPr>
        <p:spPr/>
        <p:txBody>
          <a:bodyPr/>
          <a:lstStyle/>
          <a:p>
            <a:endParaRPr lang="en-US"/>
          </a:p>
          <a:p>
            <a:fld id="{C3229205-4F5D-8646-AA0C-6A0626AA7B24}" type="slidenum">
              <a:rPr lang="en-US"/>
              <a:pPr/>
              <a:t>19</a:t>
            </a:fld>
            <a:endParaRPr lang="en-US"/>
          </a:p>
        </p:txBody>
      </p:sp>
      <p:sp>
        <p:nvSpPr>
          <p:cNvPr id="203778" name="Rectangle 2">
            <a:extLst>
              <a:ext uri="{FF2B5EF4-FFF2-40B4-BE49-F238E27FC236}">
                <a16:creationId xmlns:a16="http://schemas.microsoft.com/office/drawing/2014/main" id="{38416CA2-AD6D-9669-A937-10E69D9089F2}"/>
              </a:ext>
            </a:extLst>
          </p:cNvPr>
          <p:cNvSpPr>
            <a:spLocks noGrp="1" noChangeArrowheads="1"/>
          </p:cNvSpPr>
          <p:nvPr>
            <p:ph type="title"/>
          </p:nvPr>
        </p:nvSpPr>
        <p:spPr/>
        <p:txBody>
          <a:bodyPr/>
          <a:lstStyle/>
          <a:p>
            <a:r>
              <a:rPr lang="en-US" dirty="0"/>
              <a:t>Backward Pass</a:t>
            </a:r>
          </a:p>
        </p:txBody>
      </p:sp>
      <p:graphicFrame>
        <p:nvGraphicFramePr>
          <p:cNvPr id="203808" name="Group 32">
            <a:extLst>
              <a:ext uri="{FF2B5EF4-FFF2-40B4-BE49-F238E27FC236}">
                <a16:creationId xmlns:a16="http://schemas.microsoft.com/office/drawing/2014/main" id="{48F6B34D-CBCA-D19A-F516-086568FBC9D4}"/>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43B03DD5-F049-4625-5676-F613100338A7}"/>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C2CE8DC2-58A8-10CB-1000-0EDA18A64069}"/>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CDF56668-130A-82FD-9190-0C9C2952F3D6}"/>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C0E8012F-7BFC-15BD-395E-7561E717DD2D}"/>
              </a:ext>
            </a:extLst>
          </p:cNvPr>
          <p:cNvGraphicFramePr>
            <a:graphicFrameLocks noGrp="1"/>
          </p:cNvGraphicFramePr>
          <p:nvPr>
            <p:extLst>
              <p:ext uri="{D42A27DB-BD31-4B8C-83A1-F6EECF244321}">
                <p14:modId xmlns:p14="http://schemas.microsoft.com/office/powerpoint/2010/main" val="675464973"/>
              </p:ext>
            </p:extLst>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7CDB2103-D93B-E527-07AD-4486188BA3FD}"/>
              </a:ext>
            </a:extLst>
          </p:cNvPr>
          <p:cNvGraphicFramePr>
            <a:graphicFrameLocks noGrp="1"/>
          </p:cNvGraphicFramePr>
          <p:nvPr>
            <p:extLst>
              <p:ext uri="{D42A27DB-BD31-4B8C-83A1-F6EECF244321}">
                <p14:modId xmlns:p14="http://schemas.microsoft.com/office/powerpoint/2010/main" val="2727889273"/>
              </p:ext>
            </p:extLst>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BA4C77C6-8673-0123-1EA0-8E390A9B49AB}"/>
              </a:ext>
            </a:extLst>
          </p:cNvPr>
          <p:cNvGraphicFramePr>
            <a:graphicFrameLocks noGrp="1"/>
          </p:cNvGraphicFramePr>
          <p:nvPr>
            <p:extLst>
              <p:ext uri="{D42A27DB-BD31-4B8C-83A1-F6EECF244321}">
                <p14:modId xmlns:p14="http://schemas.microsoft.com/office/powerpoint/2010/main" val="1289994853"/>
              </p:ext>
            </p:extLst>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1A12EB33-3B3B-CAC5-C13F-E8A0C55E288B}"/>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EF3D9FEC-662A-0795-26B3-DADAD4637AB6}"/>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275BD0BE-A47F-BF74-5C89-E1C6DD380E28}"/>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EC207632-C80E-E405-426D-0EF06B3E3E4C}"/>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E8376DF3-A5CA-EE03-B4C1-411A93232AE9}"/>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CE35A7A7-E3A5-597B-530C-E23E27A2CFF2}"/>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04533411-4582-96F0-B17E-3824D9EB685D}"/>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77789A45-984C-8E15-AA85-D18FA5D57FF1}"/>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DE34DAD3-2D3B-4029-E279-BFD9F160817C}"/>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AF3F5F90-D125-4A8D-B4E4-5973B1F458B3}"/>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74B0D621-E17D-64D8-B1D7-2A0EA41106D7}"/>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E7210619-C423-6B6E-1ADF-0990B283E028}"/>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EE6EF8FF-533E-C018-5EA0-559541E39EBE}"/>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58491CD4-9FF4-1474-E3BA-7E3DF3EA3A53}"/>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6C3ED4ED-792C-17A6-8252-2BA678B45D72}"/>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3121695A-49FC-9685-6171-FBBEAC5C3769}"/>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F167911A-94C9-B91C-1B20-2EDECC54B7D8}"/>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F343FA6E-4662-5E93-B12D-1C01493F02D3}"/>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945682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74C0D-ED18-28CF-A61D-6E72658D46FC}"/>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EF01E344-ECD7-932B-0D59-ACFD6C77E1E4}"/>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750A3114-54E2-A408-E578-B00F562125F2}"/>
              </a:ext>
            </a:extLst>
          </p:cNvPr>
          <p:cNvSpPr>
            <a:spLocks noGrp="1"/>
          </p:cNvSpPr>
          <p:nvPr>
            <p:ph type="sldNum" sz="quarter" idx="12"/>
          </p:nvPr>
        </p:nvSpPr>
        <p:spPr/>
        <p:txBody>
          <a:bodyPr/>
          <a:lstStyle/>
          <a:p>
            <a:endParaRPr lang="en-US"/>
          </a:p>
          <a:p>
            <a:fld id="{C3229205-4F5D-8646-AA0C-6A0626AA7B24}" type="slidenum">
              <a:rPr lang="en-US"/>
              <a:pPr/>
              <a:t>20</a:t>
            </a:fld>
            <a:endParaRPr lang="en-US"/>
          </a:p>
        </p:txBody>
      </p:sp>
      <p:sp>
        <p:nvSpPr>
          <p:cNvPr id="203778" name="Rectangle 2">
            <a:extLst>
              <a:ext uri="{FF2B5EF4-FFF2-40B4-BE49-F238E27FC236}">
                <a16:creationId xmlns:a16="http://schemas.microsoft.com/office/drawing/2014/main" id="{667C1183-167A-396B-6DEF-611FD17B310D}"/>
              </a:ext>
            </a:extLst>
          </p:cNvPr>
          <p:cNvSpPr>
            <a:spLocks noGrp="1" noChangeArrowheads="1"/>
          </p:cNvSpPr>
          <p:nvPr>
            <p:ph type="title"/>
          </p:nvPr>
        </p:nvSpPr>
        <p:spPr/>
        <p:txBody>
          <a:bodyPr/>
          <a:lstStyle/>
          <a:p>
            <a:r>
              <a:rPr lang="en-US" dirty="0"/>
              <a:t>Backward Pass</a:t>
            </a:r>
          </a:p>
        </p:txBody>
      </p:sp>
      <p:graphicFrame>
        <p:nvGraphicFramePr>
          <p:cNvPr id="203808" name="Group 32">
            <a:extLst>
              <a:ext uri="{FF2B5EF4-FFF2-40B4-BE49-F238E27FC236}">
                <a16:creationId xmlns:a16="http://schemas.microsoft.com/office/drawing/2014/main" id="{3DABD1BA-950A-5039-EC3A-BB647C43B424}"/>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5797E14D-E800-A7C2-D7B7-7BD67505D66A}"/>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7D89D7D1-5355-7D66-38E9-8FDFD791DE94}"/>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1182E8FD-1BBA-CD38-00ED-BA53168A73EE}"/>
              </a:ext>
            </a:extLst>
          </p:cNvPr>
          <p:cNvGraphicFramePr>
            <a:graphicFrameLocks noGrp="1"/>
          </p:cNvGraphicFramePr>
          <p:nvPr>
            <p:extLst>
              <p:ext uri="{D42A27DB-BD31-4B8C-83A1-F6EECF244321}">
                <p14:modId xmlns:p14="http://schemas.microsoft.com/office/powerpoint/2010/main" val="4227339811"/>
              </p:ext>
            </p:extLst>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FDC6A1BF-4D45-BDE8-269E-F24455F1C3E5}"/>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ACC7DE24-E6C3-8BAF-2EC3-F2C9C71A5539}"/>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C261C48F-4637-83D9-E86F-FD715CBA33EB}"/>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717C9B85-3103-65A9-F6F1-9A8F228F97B2}"/>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25DC2710-7912-858C-C6FD-1AADC6B418CC}"/>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5534216F-59A4-0323-47CD-F5F69B856582}"/>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48752F09-DB85-D664-CAC2-F4947D49B75E}"/>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9BEC8310-CEEE-4F6B-067A-C0BE0C4F4BE2}"/>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ED9B8618-4322-10DB-CD03-04F5FDE89EE0}"/>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DEEB98FB-3C39-C651-8082-B06075CFDD6A}"/>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CC3174C5-8D99-3B1D-1789-51D6917C85AD}"/>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78DF2CD9-73E1-0427-FC5F-0144656ABF2F}"/>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74BD8070-1F2D-3035-CA0C-F8644141CEB4}"/>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4929AF60-469C-33C0-93C5-46F85B3D083A}"/>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35D0002E-A4A5-AD10-846D-B706ACEB2365}"/>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530A3532-D8D5-9A77-45DC-667F3FFD852D}"/>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2DB69D92-BDA3-61C6-9B71-96E4E4E0CD8E}"/>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AA65A606-CD3C-14E6-4EBB-612333819780}"/>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812AAB60-5578-77B4-BB1C-D79D2FFC9835}"/>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A13EE37A-74AC-0C03-34A8-0028BD7C9B9D}"/>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77114112-317D-F913-1B4C-2F74F887B6DD}"/>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1126716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63C00-5DB1-A6C6-9031-F48067E619FC}"/>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78039786-4A1A-6FD8-053E-5FDA2969519E}"/>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2E5635BE-FB35-3F77-5C43-2591AD1C7FE0}"/>
              </a:ext>
            </a:extLst>
          </p:cNvPr>
          <p:cNvSpPr>
            <a:spLocks noGrp="1"/>
          </p:cNvSpPr>
          <p:nvPr>
            <p:ph type="sldNum" sz="quarter" idx="12"/>
          </p:nvPr>
        </p:nvSpPr>
        <p:spPr/>
        <p:txBody>
          <a:bodyPr/>
          <a:lstStyle/>
          <a:p>
            <a:endParaRPr lang="en-US"/>
          </a:p>
          <a:p>
            <a:fld id="{C3229205-4F5D-8646-AA0C-6A0626AA7B24}" type="slidenum">
              <a:rPr lang="en-US"/>
              <a:pPr/>
              <a:t>21</a:t>
            </a:fld>
            <a:endParaRPr lang="en-US"/>
          </a:p>
        </p:txBody>
      </p:sp>
      <p:sp>
        <p:nvSpPr>
          <p:cNvPr id="203778" name="Rectangle 2">
            <a:extLst>
              <a:ext uri="{FF2B5EF4-FFF2-40B4-BE49-F238E27FC236}">
                <a16:creationId xmlns:a16="http://schemas.microsoft.com/office/drawing/2014/main" id="{9E014681-DE5A-3B6F-CBF7-95F4D3F6807F}"/>
              </a:ext>
            </a:extLst>
          </p:cNvPr>
          <p:cNvSpPr>
            <a:spLocks noGrp="1" noChangeArrowheads="1"/>
          </p:cNvSpPr>
          <p:nvPr>
            <p:ph type="title"/>
          </p:nvPr>
        </p:nvSpPr>
        <p:spPr/>
        <p:txBody>
          <a:bodyPr/>
          <a:lstStyle/>
          <a:p>
            <a:r>
              <a:rPr lang="en-US" dirty="0"/>
              <a:t>Backward Pass</a:t>
            </a:r>
          </a:p>
        </p:txBody>
      </p:sp>
      <p:graphicFrame>
        <p:nvGraphicFramePr>
          <p:cNvPr id="203808" name="Group 32">
            <a:extLst>
              <a:ext uri="{FF2B5EF4-FFF2-40B4-BE49-F238E27FC236}">
                <a16:creationId xmlns:a16="http://schemas.microsoft.com/office/drawing/2014/main" id="{35B9DF04-72FE-3429-9E75-46E837629632}"/>
              </a:ext>
            </a:extLst>
          </p:cNvPr>
          <p:cNvGraphicFramePr>
            <a:graphicFrameLocks noGrp="1"/>
          </p:cNvGraphicFramePr>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72C1F987-6B94-B071-51BC-480A448A0211}"/>
              </a:ext>
            </a:extLst>
          </p:cNvPr>
          <p:cNvGraphicFramePr>
            <a:graphicFrameLocks noGrp="1"/>
          </p:cNvGraphicFramePr>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Comic Sans MS"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4A6510D3-B158-7DCC-ADFC-B29B90C5A9BC}"/>
              </a:ext>
            </a:extLst>
          </p:cNvPr>
          <p:cNvGraphicFramePr>
            <a:graphicFrameLocks noGrp="1"/>
          </p:cNvGraphicFramePr>
          <p:nvPr>
            <p:extLst>
              <p:ext uri="{D42A27DB-BD31-4B8C-83A1-F6EECF244321}">
                <p14:modId xmlns:p14="http://schemas.microsoft.com/office/powerpoint/2010/main" val="3630101359"/>
              </p:ext>
            </p:extLst>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A337393A-7753-A59E-CBA6-AF15CC5977CE}"/>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72C6FD55-DBAB-6234-E6C7-8B2CB9E6E5DF}"/>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99BF68DB-8BD2-D924-BC5A-A387DB91E8F5}"/>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BED53450-126B-A985-1E24-8F7D87746AB4}"/>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888EF889-247E-E6A3-B49F-10D6C27BA80B}"/>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2E156154-969B-94A7-983B-9BE97937D6D8}"/>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7544A3BC-19C2-B0BA-D108-8D5BCEEEC3F6}"/>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E967CB85-3881-BE3A-8413-96C07A5BD86C}"/>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E4FD803B-FADE-9AB8-E92E-EA5DB13CE1A6}"/>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F3C5C880-15F4-4776-5DF2-57AF41D78B4E}"/>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B9B48ADA-1ED6-CFF3-BCD3-DDF9475A858E}"/>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681F4571-82D1-8912-BB5A-AA793C0E0A55}"/>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9C53264F-48DC-84F6-D28E-3EC2DD77F693}"/>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8A71B0AB-89C5-9649-6286-9719C77D489B}"/>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E5B9A8F0-FF26-79DF-0047-2A6EA8EAF257}"/>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D877CC23-FB60-0A4F-B249-4854C7B84DDC}"/>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7E57F0F2-49B6-A68E-297E-B434B67BFA12}"/>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43ECC9B9-CB58-557C-813E-2E1A35EFB14D}"/>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A5DE70DD-3B05-1421-8F7F-A85A2A34714F}"/>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BDEF967A-C03F-FCA6-C855-FD93676F337F}"/>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B0FEA398-44C0-8F45-E832-68DEC81B69C4}"/>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5C69E392-DFEB-6AD7-A754-C0BB062CAE98}"/>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4267753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AF7AF-1247-5EEB-D5CE-54F9D6E23C01}"/>
            </a:ext>
          </a:extLst>
        </p:cNvPr>
        <p:cNvGrpSpPr/>
        <p:nvPr/>
      </p:nvGrpSpPr>
      <p:grpSpPr>
        <a:xfrm>
          <a:off x="0" y="0"/>
          <a:ext cx="0" cy="0"/>
          <a:chOff x="0" y="0"/>
          <a:chExt cx="0" cy="0"/>
        </a:xfrm>
      </p:grpSpPr>
      <p:sp>
        <p:nvSpPr>
          <p:cNvPr id="171" name="Date Placeholder 2">
            <a:extLst>
              <a:ext uri="{FF2B5EF4-FFF2-40B4-BE49-F238E27FC236}">
                <a16:creationId xmlns:a16="http://schemas.microsoft.com/office/drawing/2014/main" id="{8CC2717B-A325-5704-015D-3086E9ACCDFA}"/>
              </a:ext>
            </a:extLst>
          </p:cNvPr>
          <p:cNvSpPr>
            <a:spLocks noGrp="1"/>
          </p:cNvSpPr>
          <p:nvPr>
            <p:ph type="dt" sz="half" idx="10"/>
          </p:nvPr>
        </p:nvSpPr>
        <p:spPr/>
        <p:txBody>
          <a:bodyPr/>
          <a:lstStyle/>
          <a:p>
            <a:fld id="{AD319AE3-88FC-AD4A-B425-0496910C2DEF}" type="datetime1">
              <a:rPr lang="en-US" smtClean="0"/>
              <a:pPr/>
              <a:t>4/21/25</a:t>
            </a:fld>
            <a:endParaRPr lang="en-US"/>
          </a:p>
        </p:txBody>
      </p:sp>
      <p:sp>
        <p:nvSpPr>
          <p:cNvPr id="173" name="Slide Number Placeholder 4">
            <a:extLst>
              <a:ext uri="{FF2B5EF4-FFF2-40B4-BE49-F238E27FC236}">
                <a16:creationId xmlns:a16="http://schemas.microsoft.com/office/drawing/2014/main" id="{1D2675D5-835C-BDA2-FB5C-5DD4402380CA}"/>
              </a:ext>
            </a:extLst>
          </p:cNvPr>
          <p:cNvSpPr>
            <a:spLocks noGrp="1"/>
          </p:cNvSpPr>
          <p:nvPr>
            <p:ph type="sldNum" sz="quarter" idx="12"/>
          </p:nvPr>
        </p:nvSpPr>
        <p:spPr/>
        <p:txBody>
          <a:bodyPr/>
          <a:lstStyle/>
          <a:p>
            <a:endParaRPr lang="en-US"/>
          </a:p>
          <a:p>
            <a:fld id="{C3229205-4F5D-8646-AA0C-6A0626AA7B24}" type="slidenum">
              <a:rPr lang="en-US"/>
              <a:pPr/>
              <a:t>22</a:t>
            </a:fld>
            <a:endParaRPr lang="en-US"/>
          </a:p>
        </p:txBody>
      </p:sp>
      <p:sp>
        <p:nvSpPr>
          <p:cNvPr id="203778" name="Rectangle 2">
            <a:extLst>
              <a:ext uri="{FF2B5EF4-FFF2-40B4-BE49-F238E27FC236}">
                <a16:creationId xmlns:a16="http://schemas.microsoft.com/office/drawing/2014/main" id="{BEAFD3EA-5137-8070-6FE0-15B506E35692}"/>
              </a:ext>
            </a:extLst>
          </p:cNvPr>
          <p:cNvSpPr>
            <a:spLocks noGrp="1" noChangeArrowheads="1"/>
          </p:cNvSpPr>
          <p:nvPr>
            <p:ph type="title"/>
          </p:nvPr>
        </p:nvSpPr>
        <p:spPr/>
        <p:txBody>
          <a:bodyPr/>
          <a:lstStyle/>
          <a:p>
            <a:r>
              <a:rPr lang="en-US" dirty="0"/>
              <a:t>Backward Pass</a:t>
            </a:r>
          </a:p>
        </p:txBody>
      </p:sp>
      <p:graphicFrame>
        <p:nvGraphicFramePr>
          <p:cNvPr id="203808" name="Group 32">
            <a:extLst>
              <a:ext uri="{FF2B5EF4-FFF2-40B4-BE49-F238E27FC236}">
                <a16:creationId xmlns:a16="http://schemas.microsoft.com/office/drawing/2014/main" id="{AF4F0E13-B954-3C18-5C00-1AE0FFF88B9C}"/>
              </a:ext>
            </a:extLst>
          </p:cNvPr>
          <p:cNvGraphicFramePr>
            <a:graphicFrameLocks noGrp="1"/>
          </p:cNvGraphicFramePr>
          <p:nvPr>
            <p:extLst>
              <p:ext uri="{D42A27DB-BD31-4B8C-83A1-F6EECF244321}">
                <p14:modId xmlns:p14="http://schemas.microsoft.com/office/powerpoint/2010/main" val="1620770506"/>
              </p:ext>
            </p:extLst>
          </p:nvPr>
        </p:nvGraphicFramePr>
        <p:xfrm>
          <a:off x="1524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09" name="Group 33">
            <a:extLst>
              <a:ext uri="{FF2B5EF4-FFF2-40B4-BE49-F238E27FC236}">
                <a16:creationId xmlns:a16="http://schemas.microsoft.com/office/drawing/2014/main" id="{961ABDFE-6CBB-2304-CFC7-77580BDDD042}"/>
              </a:ext>
            </a:extLst>
          </p:cNvPr>
          <p:cNvGraphicFramePr>
            <a:graphicFrameLocks noGrp="1"/>
          </p:cNvGraphicFramePr>
          <p:nvPr>
            <p:extLst>
              <p:ext uri="{D42A27DB-BD31-4B8C-83A1-F6EECF244321}">
                <p14:modId xmlns:p14="http://schemas.microsoft.com/office/powerpoint/2010/main" val="17764430"/>
              </p:ext>
            </p:extLst>
          </p:nvPr>
        </p:nvGraphicFramePr>
        <p:xfrm>
          <a:off x="228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23" name="Group 47">
            <a:extLst>
              <a:ext uri="{FF2B5EF4-FFF2-40B4-BE49-F238E27FC236}">
                <a16:creationId xmlns:a16="http://schemas.microsoft.com/office/drawing/2014/main" id="{FB403934-EC36-D707-A0B9-CA6BFF27C663}"/>
              </a:ext>
            </a:extLst>
          </p:cNvPr>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37" name="Group 61">
            <a:extLst>
              <a:ext uri="{FF2B5EF4-FFF2-40B4-BE49-F238E27FC236}">
                <a16:creationId xmlns:a16="http://schemas.microsoft.com/office/drawing/2014/main" id="{EFB9D5A4-DE7E-69BF-4BB7-9294086100BC}"/>
              </a:ext>
            </a:extLst>
          </p:cNvPr>
          <p:cNvGraphicFramePr>
            <a:graphicFrameLocks noGrp="1"/>
          </p:cNvGraphicFramePr>
          <p:nvPr/>
        </p:nvGraphicFramePr>
        <p:xfrm>
          <a:off x="1600200" y="1828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51" name="Group 75">
            <a:extLst>
              <a:ext uri="{FF2B5EF4-FFF2-40B4-BE49-F238E27FC236}">
                <a16:creationId xmlns:a16="http://schemas.microsoft.com/office/drawing/2014/main" id="{06717252-A634-1CBC-2D98-83E04E6ED6C5}"/>
              </a:ext>
            </a:extLst>
          </p:cNvPr>
          <p:cNvGraphicFramePr>
            <a:graphicFrameLocks noGrp="1"/>
          </p:cNvGraphicFramePr>
          <p:nvPr/>
        </p:nvGraphicFramePr>
        <p:xfrm>
          <a:off x="3200400" y="4572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65" name="Group 89">
            <a:extLst>
              <a:ext uri="{FF2B5EF4-FFF2-40B4-BE49-F238E27FC236}">
                <a16:creationId xmlns:a16="http://schemas.microsoft.com/office/drawing/2014/main" id="{A85E77B0-24AE-7A95-7272-9E1DF78E7DF4}"/>
              </a:ext>
            </a:extLst>
          </p:cNvPr>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79" name="Group 103">
            <a:extLst>
              <a:ext uri="{FF2B5EF4-FFF2-40B4-BE49-F238E27FC236}">
                <a16:creationId xmlns:a16="http://schemas.microsoft.com/office/drawing/2014/main" id="{417E94DF-342E-B4A8-2C5B-2259B8D70933}"/>
              </a:ext>
            </a:extLst>
          </p:cNvPr>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893" name="Group 117">
            <a:extLst>
              <a:ext uri="{FF2B5EF4-FFF2-40B4-BE49-F238E27FC236}">
                <a16:creationId xmlns:a16="http://schemas.microsoft.com/office/drawing/2014/main" id="{BA94F4D4-576A-618E-01C0-B32B731FCF25}"/>
              </a:ext>
            </a:extLst>
          </p:cNvPr>
          <p:cNvGraphicFramePr>
            <a:graphicFrameLocks noGrp="1"/>
          </p:cNvGraphicFramePr>
          <p:nvPr/>
        </p:nvGraphicFramePr>
        <p:xfrm>
          <a:off x="4724400" y="2209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07" name="Group 131">
            <a:extLst>
              <a:ext uri="{FF2B5EF4-FFF2-40B4-BE49-F238E27FC236}">
                <a16:creationId xmlns:a16="http://schemas.microsoft.com/office/drawing/2014/main" id="{1E82E5A1-79C5-CD7E-5060-B57A30966794}"/>
              </a:ext>
            </a:extLst>
          </p:cNvPr>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21" name="Group 145">
            <a:extLst>
              <a:ext uri="{FF2B5EF4-FFF2-40B4-BE49-F238E27FC236}">
                <a16:creationId xmlns:a16="http://schemas.microsoft.com/office/drawing/2014/main" id="{C379C56A-3658-134C-025E-6C5609AA4D8F}"/>
              </a:ext>
            </a:extLst>
          </p:cNvPr>
          <p:cNvGraphicFramePr>
            <a:graphicFrameLocks noGrp="1"/>
          </p:cNvGraphicFramePr>
          <p:nvPr/>
        </p:nvGraphicFramePr>
        <p:xfrm>
          <a:off x="6248400" y="1371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3935" name="Group 159">
            <a:extLst>
              <a:ext uri="{FF2B5EF4-FFF2-40B4-BE49-F238E27FC236}">
                <a16:creationId xmlns:a16="http://schemas.microsoft.com/office/drawing/2014/main" id="{367498C6-F99D-2D6D-E4F1-2147833EC728}"/>
              </a:ext>
            </a:extLst>
          </p:cNvPr>
          <p:cNvGraphicFramePr>
            <a:graphicFrameLocks noGrp="1"/>
          </p:cNvGraphicFramePr>
          <p:nvPr/>
        </p:nvGraphicFramePr>
        <p:xfrm>
          <a:off x="7696200" y="1905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3949" name="AutoShape 173">
            <a:extLst>
              <a:ext uri="{FF2B5EF4-FFF2-40B4-BE49-F238E27FC236}">
                <a16:creationId xmlns:a16="http://schemas.microsoft.com/office/drawing/2014/main" id="{6580860B-212F-3796-2B59-A728B29B2D1A}"/>
              </a:ext>
            </a:extLst>
          </p:cNvPr>
          <p:cNvCxnSpPr>
            <a:cxnSpLocks noChangeShapeType="1"/>
            <a:stCxn id="0" idx="1"/>
            <a:endCxn id="0" idx="0"/>
          </p:cNvCxnSpPr>
          <p:nvPr/>
        </p:nvCxnSpPr>
        <p:spPr bwMode="auto">
          <a:xfrm>
            <a:off x="762000" y="2998788"/>
            <a:ext cx="76200" cy="277812"/>
          </a:xfrm>
          <a:prstGeom prst="straightConnector1">
            <a:avLst/>
          </a:prstGeom>
          <a:noFill/>
          <a:ln w="9525">
            <a:solidFill>
              <a:schemeClr val="tx1"/>
            </a:solidFill>
            <a:round/>
            <a:headEnd/>
            <a:tailEnd type="triangle" w="med" len="med"/>
          </a:ln>
          <a:effectLst/>
        </p:spPr>
      </p:cxnSp>
      <p:cxnSp>
        <p:nvCxnSpPr>
          <p:cNvPr id="203950" name="AutoShape 174">
            <a:extLst>
              <a:ext uri="{FF2B5EF4-FFF2-40B4-BE49-F238E27FC236}">
                <a16:creationId xmlns:a16="http://schemas.microsoft.com/office/drawing/2014/main" id="{E3534654-3556-0ECF-30D1-385DBB41B4A5}"/>
              </a:ext>
            </a:extLst>
          </p:cNvPr>
          <p:cNvCxnSpPr>
            <a:cxnSpLocks noChangeShapeType="1"/>
            <a:stCxn id="0" idx="3"/>
            <a:endCxn id="0" idx="0"/>
          </p:cNvCxnSpPr>
          <p:nvPr/>
        </p:nvCxnSpPr>
        <p:spPr bwMode="auto">
          <a:xfrm flipV="1">
            <a:off x="1447800" y="2908300"/>
            <a:ext cx="152400" cy="915988"/>
          </a:xfrm>
          <a:prstGeom prst="straightConnector1">
            <a:avLst/>
          </a:prstGeom>
          <a:noFill/>
          <a:ln w="9525">
            <a:solidFill>
              <a:schemeClr val="tx1"/>
            </a:solidFill>
            <a:round/>
            <a:headEnd/>
            <a:tailEnd type="triangle" w="med" len="med"/>
          </a:ln>
          <a:effectLst/>
        </p:spPr>
      </p:cxnSp>
      <p:cxnSp>
        <p:nvCxnSpPr>
          <p:cNvPr id="203951" name="AutoShape 175">
            <a:extLst>
              <a:ext uri="{FF2B5EF4-FFF2-40B4-BE49-F238E27FC236}">
                <a16:creationId xmlns:a16="http://schemas.microsoft.com/office/drawing/2014/main" id="{A90FA13B-A4DC-4447-C063-BCA1D19D6E5B}"/>
              </a:ext>
            </a:extLst>
          </p:cNvPr>
          <p:cNvCxnSpPr>
            <a:cxnSpLocks noChangeShapeType="1"/>
            <a:stCxn id="0"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3952" name="AutoShape 176">
            <a:extLst>
              <a:ext uri="{FF2B5EF4-FFF2-40B4-BE49-F238E27FC236}">
                <a16:creationId xmlns:a16="http://schemas.microsoft.com/office/drawing/2014/main" id="{AAE759E7-8CE6-1192-0774-BA6F222399F3}"/>
              </a:ext>
            </a:extLst>
          </p:cNvPr>
          <p:cNvCxnSpPr>
            <a:cxnSpLocks noChangeShapeType="1"/>
            <a:stCxn id="0"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3953" name="AutoShape 177">
            <a:extLst>
              <a:ext uri="{FF2B5EF4-FFF2-40B4-BE49-F238E27FC236}">
                <a16:creationId xmlns:a16="http://schemas.microsoft.com/office/drawing/2014/main" id="{8109B9BD-0742-3BDD-EA78-3A68BBE87E85}"/>
              </a:ext>
            </a:extLst>
          </p:cNvPr>
          <p:cNvCxnSpPr>
            <a:cxnSpLocks noChangeShapeType="1"/>
            <a:stCxn id="0"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3954" name="AutoShape 178">
            <a:extLst>
              <a:ext uri="{FF2B5EF4-FFF2-40B4-BE49-F238E27FC236}">
                <a16:creationId xmlns:a16="http://schemas.microsoft.com/office/drawing/2014/main" id="{BA23A906-4B46-5E32-074B-3BC1A882CCA5}"/>
              </a:ext>
            </a:extLst>
          </p:cNvPr>
          <p:cNvCxnSpPr>
            <a:cxnSpLocks noChangeShapeType="1"/>
            <a:stCxn id="0" idx="3"/>
            <a:endCxn id="0" idx="0"/>
          </p:cNvCxnSpPr>
          <p:nvPr/>
        </p:nvCxnSpPr>
        <p:spPr bwMode="auto">
          <a:xfrm>
            <a:off x="2819400" y="2376488"/>
            <a:ext cx="381000" cy="2181225"/>
          </a:xfrm>
          <a:prstGeom prst="straightConnector1">
            <a:avLst/>
          </a:prstGeom>
          <a:noFill/>
          <a:ln w="9525">
            <a:solidFill>
              <a:schemeClr val="tx1"/>
            </a:solidFill>
            <a:round/>
            <a:headEnd/>
            <a:tailEnd type="triangle" w="med" len="med"/>
          </a:ln>
          <a:effectLst/>
        </p:spPr>
      </p:cxnSp>
      <p:cxnSp>
        <p:nvCxnSpPr>
          <p:cNvPr id="203955" name="AutoShape 179">
            <a:extLst>
              <a:ext uri="{FF2B5EF4-FFF2-40B4-BE49-F238E27FC236}">
                <a16:creationId xmlns:a16="http://schemas.microsoft.com/office/drawing/2014/main" id="{6CE3A945-1052-53D1-3746-38C95A1E2213}"/>
              </a:ext>
            </a:extLst>
          </p:cNvPr>
          <p:cNvCxnSpPr>
            <a:cxnSpLocks noChangeShapeType="1"/>
            <a:stCxn id="0" idx="3"/>
            <a:endCxn id="0"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3956" name="AutoShape 180">
            <a:extLst>
              <a:ext uri="{FF2B5EF4-FFF2-40B4-BE49-F238E27FC236}">
                <a16:creationId xmlns:a16="http://schemas.microsoft.com/office/drawing/2014/main" id="{FEF425E4-3C15-3DF6-F42B-5F39F3D498A6}"/>
              </a:ext>
            </a:extLst>
          </p:cNvPr>
          <p:cNvCxnSpPr>
            <a:cxnSpLocks noChangeShapeType="1"/>
            <a:stCxn id="0" idx="3"/>
            <a:endCxn id="0"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3957" name="AutoShape 181">
            <a:extLst>
              <a:ext uri="{FF2B5EF4-FFF2-40B4-BE49-F238E27FC236}">
                <a16:creationId xmlns:a16="http://schemas.microsoft.com/office/drawing/2014/main" id="{F82FA118-E42B-EA9C-8BBA-E74D46C6E044}"/>
              </a:ext>
            </a:extLst>
          </p:cNvPr>
          <p:cNvCxnSpPr>
            <a:cxnSpLocks noChangeShapeType="1"/>
            <a:stCxn id="0" idx="3"/>
            <a:endCxn id="0"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3958" name="AutoShape 182">
            <a:extLst>
              <a:ext uri="{FF2B5EF4-FFF2-40B4-BE49-F238E27FC236}">
                <a16:creationId xmlns:a16="http://schemas.microsoft.com/office/drawing/2014/main" id="{B0EA1DD7-7D74-C72A-157A-9ED64634E23E}"/>
              </a:ext>
            </a:extLst>
          </p:cNvPr>
          <p:cNvCxnSpPr>
            <a:cxnSpLocks noChangeShapeType="1"/>
            <a:stCxn id="0" idx="3"/>
            <a:endCxn id="0" idx="1"/>
          </p:cNvCxnSpPr>
          <p:nvPr/>
        </p:nvCxnSpPr>
        <p:spPr bwMode="auto">
          <a:xfrm flipV="1">
            <a:off x="4419600" y="2757488"/>
            <a:ext cx="304800" cy="2362200"/>
          </a:xfrm>
          <a:prstGeom prst="straightConnector1">
            <a:avLst/>
          </a:prstGeom>
          <a:noFill/>
          <a:ln w="9525">
            <a:solidFill>
              <a:schemeClr val="tx1"/>
            </a:solidFill>
            <a:round/>
            <a:headEnd/>
            <a:tailEnd type="triangle" w="med" len="med"/>
          </a:ln>
          <a:effectLst/>
        </p:spPr>
      </p:cxnSp>
      <p:cxnSp>
        <p:nvCxnSpPr>
          <p:cNvPr id="203959" name="AutoShape 183">
            <a:extLst>
              <a:ext uri="{FF2B5EF4-FFF2-40B4-BE49-F238E27FC236}">
                <a16:creationId xmlns:a16="http://schemas.microsoft.com/office/drawing/2014/main" id="{0A2895B2-9F0D-F794-F82B-41CCD7A51181}"/>
              </a:ext>
            </a:extLst>
          </p:cNvPr>
          <p:cNvCxnSpPr>
            <a:cxnSpLocks noChangeShapeType="1"/>
            <a:stCxn id="0" idx="3"/>
            <a:endCxn id="0" idx="1"/>
          </p:cNvCxnSpPr>
          <p:nvPr/>
        </p:nvCxnSpPr>
        <p:spPr bwMode="auto">
          <a:xfrm flipV="1">
            <a:off x="5943600" y="1919288"/>
            <a:ext cx="304800" cy="838200"/>
          </a:xfrm>
          <a:prstGeom prst="straightConnector1">
            <a:avLst/>
          </a:prstGeom>
          <a:noFill/>
          <a:ln w="9525">
            <a:solidFill>
              <a:schemeClr val="tx1"/>
            </a:solidFill>
            <a:round/>
            <a:headEnd/>
            <a:tailEnd type="triangle" w="med" len="med"/>
          </a:ln>
          <a:effectLst/>
        </p:spPr>
      </p:cxnSp>
      <p:cxnSp>
        <p:nvCxnSpPr>
          <p:cNvPr id="203960" name="AutoShape 184">
            <a:extLst>
              <a:ext uri="{FF2B5EF4-FFF2-40B4-BE49-F238E27FC236}">
                <a16:creationId xmlns:a16="http://schemas.microsoft.com/office/drawing/2014/main" id="{65B9AE33-DDBE-BBC5-FF63-23954EBB5B1D}"/>
              </a:ext>
            </a:extLst>
          </p:cNvPr>
          <p:cNvCxnSpPr>
            <a:cxnSpLocks noChangeShapeType="1"/>
            <a:stCxn id="0"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cxnSp>
        <p:nvCxnSpPr>
          <p:cNvPr id="203961" name="AutoShape 185">
            <a:extLst>
              <a:ext uri="{FF2B5EF4-FFF2-40B4-BE49-F238E27FC236}">
                <a16:creationId xmlns:a16="http://schemas.microsoft.com/office/drawing/2014/main" id="{CEA6D4F1-04FF-4DA1-82C7-F47B6FC04CA5}"/>
              </a:ext>
            </a:extLst>
          </p:cNvPr>
          <p:cNvCxnSpPr>
            <a:cxnSpLocks noChangeShapeType="1"/>
            <a:stCxn id="0" idx="3"/>
            <a:endCxn id="0" idx="1"/>
          </p:cNvCxnSpPr>
          <p:nvPr/>
        </p:nvCxnSpPr>
        <p:spPr bwMode="auto">
          <a:xfrm>
            <a:off x="7467600" y="1919288"/>
            <a:ext cx="228600" cy="533400"/>
          </a:xfrm>
          <a:prstGeom prst="straightConnector1">
            <a:avLst/>
          </a:prstGeom>
          <a:noFill/>
          <a:ln w="9525">
            <a:solidFill>
              <a:schemeClr val="tx1"/>
            </a:solidFill>
            <a:round/>
            <a:headEnd/>
            <a:tailEnd type="triangle" w="med" len="med"/>
          </a:ln>
          <a:effectLst/>
        </p:spPr>
      </p:cxnSp>
      <p:cxnSp>
        <p:nvCxnSpPr>
          <p:cNvPr id="203962" name="AutoShape 186">
            <a:extLst>
              <a:ext uri="{FF2B5EF4-FFF2-40B4-BE49-F238E27FC236}">
                <a16:creationId xmlns:a16="http://schemas.microsoft.com/office/drawing/2014/main" id="{2854E1C3-310F-366D-44ED-AB1B7961CD9D}"/>
              </a:ext>
            </a:extLst>
          </p:cNvPr>
          <p:cNvCxnSpPr>
            <a:cxnSpLocks noChangeShapeType="1"/>
            <a:stCxn id="0" idx="3"/>
            <a:endCxn id="0"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Tree>
    <p:extLst>
      <p:ext uri="{BB962C8B-B14F-4D97-AF65-F5344CB8AC3E}">
        <p14:creationId xmlns:p14="http://schemas.microsoft.com/office/powerpoint/2010/main" val="3961432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2DE7BA0-8479-544B-A672-973D8A137D31}" type="datetime1">
              <a:rPr lang="en-US" smtClean="0"/>
              <a:pPr/>
              <a:t>4/21/25</a:t>
            </a:fld>
            <a:endParaRPr lang="en-US"/>
          </a:p>
        </p:txBody>
      </p:sp>
      <p:sp>
        <p:nvSpPr>
          <p:cNvPr id="6" name="Slide Number Placeholder 5"/>
          <p:cNvSpPr>
            <a:spLocks noGrp="1"/>
          </p:cNvSpPr>
          <p:nvPr>
            <p:ph type="sldNum" sz="quarter" idx="12"/>
          </p:nvPr>
        </p:nvSpPr>
        <p:spPr/>
        <p:txBody>
          <a:bodyPr/>
          <a:lstStyle/>
          <a:p>
            <a:endParaRPr lang="en-US"/>
          </a:p>
          <a:p>
            <a:fld id="{1D3C17B6-9C8F-8244-AC19-AEF9A81BE2EA}" type="slidenum">
              <a:rPr lang="en-US"/>
              <a:pPr/>
              <a:t>23</a:t>
            </a:fld>
            <a:endParaRPr lang="en-US"/>
          </a:p>
        </p:txBody>
      </p:sp>
      <p:sp>
        <p:nvSpPr>
          <p:cNvPr id="205826" name="Rectangle 2"/>
          <p:cNvSpPr>
            <a:spLocks noGrp="1" noChangeArrowheads="1"/>
          </p:cNvSpPr>
          <p:nvPr>
            <p:ph type="title"/>
          </p:nvPr>
        </p:nvSpPr>
        <p:spPr/>
        <p:txBody>
          <a:bodyPr/>
          <a:lstStyle/>
          <a:p>
            <a:r>
              <a:rPr lang="en-US"/>
              <a:t>After Backward Pass</a:t>
            </a:r>
          </a:p>
        </p:txBody>
      </p:sp>
      <p:sp>
        <p:nvSpPr>
          <p:cNvPr id="205827" name="Rectangle 3"/>
          <p:cNvSpPr>
            <a:spLocks noGrp="1" noChangeArrowheads="1"/>
          </p:cNvSpPr>
          <p:nvPr>
            <p:ph type="body" idx="1"/>
          </p:nvPr>
        </p:nvSpPr>
        <p:spPr>
          <a:xfrm>
            <a:off x="762000" y="1371600"/>
            <a:ext cx="7772400" cy="4724400"/>
          </a:xfrm>
        </p:spPr>
        <p:txBody>
          <a:bodyPr/>
          <a:lstStyle/>
          <a:p>
            <a:pPr>
              <a:buFontTx/>
              <a:buNone/>
            </a:pPr>
            <a:r>
              <a:rPr lang="en-US" sz="2000">
                <a:latin typeface="Lucida Sans" charset="0"/>
              </a:rPr>
              <a:t>We know</a:t>
            </a:r>
          </a:p>
          <a:p>
            <a:r>
              <a:rPr lang="en-US" sz="2000">
                <a:latin typeface="Lucida Sans" charset="0"/>
              </a:rPr>
              <a:t>The latest allowable starting time and the latest </a:t>
            </a:r>
            <a:r>
              <a:rPr lang="en-US" sz="2000">
                <a:solidFill>
                  <a:schemeClr val="accent2"/>
                </a:solidFill>
                <a:latin typeface="Lucida Sans" charset="0"/>
              </a:rPr>
              <a:t>allowable</a:t>
            </a:r>
            <a:r>
              <a:rPr lang="en-US" sz="2000">
                <a:latin typeface="Lucida Sans" charset="0"/>
              </a:rPr>
              <a:t> finishing time for each activity</a:t>
            </a:r>
          </a:p>
          <a:p>
            <a:pPr>
              <a:buFontTx/>
              <a:buNone/>
            </a:pPr>
            <a:r>
              <a:rPr lang="en-US" sz="2000">
                <a:latin typeface="Lucida Sans" charset="0"/>
              </a:rPr>
              <a:t>So…</a:t>
            </a:r>
          </a:p>
          <a:p>
            <a:r>
              <a:rPr lang="en-US" sz="2000">
                <a:latin typeface="Lucida Sans" charset="0"/>
              </a:rPr>
              <a:t>Define </a:t>
            </a:r>
            <a:r>
              <a:rPr lang="en-US" sz="2000">
                <a:solidFill>
                  <a:schemeClr val="accent2"/>
                </a:solidFill>
                <a:latin typeface="Lucida Sans" charset="0"/>
              </a:rPr>
              <a:t>Slack</a:t>
            </a:r>
          </a:p>
          <a:p>
            <a:pPr>
              <a:buFontTx/>
              <a:buNone/>
            </a:pPr>
            <a:r>
              <a:rPr lang="en-US" sz="2000">
                <a:solidFill>
                  <a:schemeClr val="accent2"/>
                </a:solidFill>
                <a:latin typeface="Lucida Sans" charset="0"/>
              </a:rPr>
              <a:t>	SLACK</a:t>
            </a:r>
            <a:r>
              <a:rPr lang="en-US" sz="2000" baseline="-25000">
                <a:solidFill>
                  <a:schemeClr val="accent2"/>
                </a:solidFill>
                <a:latin typeface="Lucida Sans" charset="0"/>
              </a:rPr>
              <a:t>k</a:t>
            </a:r>
            <a:r>
              <a:rPr lang="en-US" sz="2000">
                <a:solidFill>
                  <a:schemeClr val="accent2"/>
                </a:solidFill>
                <a:latin typeface="Lucida Sans" charset="0"/>
              </a:rPr>
              <a:t>   =   LS</a:t>
            </a:r>
            <a:r>
              <a:rPr lang="en-US" sz="2000" baseline="-25000">
                <a:solidFill>
                  <a:schemeClr val="accent2"/>
                </a:solidFill>
                <a:latin typeface="Lucida Sans" charset="0"/>
              </a:rPr>
              <a:t>k </a:t>
            </a:r>
            <a:r>
              <a:rPr lang="en-US" sz="2000">
                <a:solidFill>
                  <a:schemeClr val="accent2"/>
                </a:solidFill>
                <a:latin typeface="Lucida Sans" charset="0"/>
              </a:rPr>
              <a:t> -  ES</a:t>
            </a:r>
            <a:r>
              <a:rPr lang="en-US" sz="2000" baseline="-25000">
                <a:solidFill>
                  <a:schemeClr val="accent2"/>
                </a:solidFill>
                <a:latin typeface="Lucida Sans" charset="0"/>
              </a:rPr>
              <a:t>k</a:t>
            </a:r>
            <a:r>
              <a:rPr lang="en-US" sz="2000">
                <a:solidFill>
                  <a:schemeClr val="accent2"/>
                </a:solidFill>
                <a:latin typeface="Lucida Sans" charset="0"/>
              </a:rPr>
              <a:t>   =   LF</a:t>
            </a:r>
            <a:r>
              <a:rPr lang="en-US" sz="2000" baseline="-25000">
                <a:solidFill>
                  <a:schemeClr val="accent2"/>
                </a:solidFill>
                <a:latin typeface="Lucida Sans" charset="0"/>
              </a:rPr>
              <a:t>k</a:t>
            </a:r>
            <a:r>
              <a:rPr lang="en-US" sz="2000">
                <a:solidFill>
                  <a:schemeClr val="accent2"/>
                </a:solidFill>
                <a:latin typeface="Lucida Sans" charset="0"/>
              </a:rPr>
              <a:t>  -  EF</a:t>
            </a:r>
            <a:r>
              <a:rPr lang="en-US" sz="2000" baseline="-25000">
                <a:solidFill>
                  <a:schemeClr val="accent2"/>
                </a:solidFill>
                <a:latin typeface="Lucida Sans" charset="0"/>
              </a:rPr>
              <a:t>k</a:t>
            </a:r>
            <a:endParaRPr lang="en-US" sz="2000">
              <a:solidFill>
                <a:schemeClr val="accent2"/>
              </a:solidFill>
              <a:latin typeface="Lucida Sans" charset="0"/>
            </a:endParaRPr>
          </a:p>
          <a:p>
            <a:pPr>
              <a:buFontTx/>
              <a:buNone/>
            </a:pPr>
            <a:r>
              <a:rPr lang="en-US" sz="2000">
                <a:solidFill>
                  <a:schemeClr val="accent2"/>
                </a:solidFill>
                <a:latin typeface="Lucida Sans" charset="0"/>
              </a:rPr>
              <a:t>	= the length of time an activity can be delayed without affecting the completion date for the entire project, assuming all its immediate predecessors start at ES,</a:t>
            </a:r>
          </a:p>
          <a:p>
            <a:pPr>
              <a:buFontTx/>
              <a:buNone/>
            </a:pPr>
            <a:r>
              <a:rPr lang="en-US" sz="2000">
                <a:solidFill>
                  <a:schemeClr val="accent2"/>
                </a:solidFill>
                <a:latin typeface="Lucida Sans" charset="0"/>
              </a:rPr>
              <a:t>	</a:t>
            </a:r>
          </a:p>
          <a:p>
            <a:pPr>
              <a:buFontTx/>
              <a:buNone/>
            </a:pPr>
            <a:r>
              <a:rPr lang="en-US" sz="2000">
                <a:solidFill>
                  <a:srgbClr val="008000"/>
                </a:solidFill>
                <a:latin typeface="Lucida Sans" charset="0"/>
              </a:rPr>
              <a:t>i.e.,</a:t>
            </a:r>
            <a:r>
              <a:rPr lang="en-US" sz="2000">
                <a:solidFill>
                  <a:schemeClr val="accent2"/>
                </a:solidFill>
                <a:latin typeface="Lucida Sans" charset="0"/>
              </a:rPr>
              <a:t> </a:t>
            </a:r>
            <a:r>
              <a:rPr lang="en-US" sz="2000">
                <a:solidFill>
                  <a:srgbClr val="008000"/>
                </a:solidFill>
                <a:latin typeface="Lucida Sans" charset="0"/>
              </a:rPr>
              <a:t>activity k can be delayed by SLACK</a:t>
            </a:r>
            <a:r>
              <a:rPr lang="en-US" sz="2000" baseline="-25000">
                <a:solidFill>
                  <a:srgbClr val="008000"/>
                </a:solidFill>
                <a:latin typeface="Lucida Sans" charset="0"/>
              </a:rPr>
              <a:t>k</a:t>
            </a:r>
            <a:r>
              <a:rPr lang="en-US" sz="2000">
                <a:solidFill>
                  <a:srgbClr val="008000"/>
                </a:solidFill>
                <a:latin typeface="Lucida Sans" charset="0"/>
              </a:rPr>
              <a:t> from its ES</a:t>
            </a:r>
            <a:r>
              <a:rPr lang="en-US" sz="2000" baseline="-25000">
                <a:solidFill>
                  <a:srgbClr val="008000"/>
                </a:solidFill>
                <a:latin typeface="Lucida Sans" charset="0"/>
              </a:rPr>
              <a:t>k</a:t>
            </a:r>
            <a:r>
              <a:rPr lang="en-US" sz="2000">
                <a:solidFill>
                  <a:srgbClr val="008000"/>
                </a:solidFill>
                <a:latin typeface="Lucida Sans" charset="0"/>
              </a:rPr>
              <a:t> without affecting the project completion time, assuming its successors start at the corresponding earliest allowable time</a:t>
            </a:r>
            <a:r>
              <a:rPr lang="en-US" sz="2000" baseline="-25000">
                <a:solidFill>
                  <a:srgbClr val="008000"/>
                </a:solidFill>
                <a:latin typeface="Lucida Sans" charset="0"/>
              </a:rPr>
              <a:t>			</a:t>
            </a:r>
          </a:p>
          <a:p>
            <a:pPr>
              <a:buFontTx/>
              <a:buNone/>
            </a:pPr>
            <a:endParaRPr lang="en-US" sz="2000">
              <a:solidFill>
                <a:srgbClr val="008000"/>
              </a:solidFill>
              <a:latin typeface="Lucida Sans"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827">
                                            <p:txEl>
                                              <p:pRg st="0" end="0"/>
                                            </p:txEl>
                                          </p:spTgt>
                                        </p:tgtEl>
                                        <p:attrNameLst>
                                          <p:attrName>style.visibility</p:attrName>
                                        </p:attrNameLst>
                                      </p:cBhvr>
                                      <p:to>
                                        <p:strVal val="visible"/>
                                      </p:to>
                                    </p:set>
                                    <p:animEffect transition="in" filter="dissolve">
                                      <p:cBhvr>
                                        <p:cTn id="7" dur="500"/>
                                        <p:tgtEl>
                                          <p:spTgt spid="205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5827">
                                            <p:txEl>
                                              <p:pRg st="1" end="1"/>
                                            </p:txEl>
                                          </p:spTgt>
                                        </p:tgtEl>
                                        <p:attrNameLst>
                                          <p:attrName>style.visibility</p:attrName>
                                        </p:attrNameLst>
                                      </p:cBhvr>
                                      <p:to>
                                        <p:strVal val="visible"/>
                                      </p:to>
                                    </p:set>
                                    <p:animEffect transition="in" filter="dissolve">
                                      <p:cBhvr>
                                        <p:cTn id="12" dur="500"/>
                                        <p:tgtEl>
                                          <p:spTgt spid="2058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5827">
                                            <p:txEl>
                                              <p:pRg st="2" end="2"/>
                                            </p:txEl>
                                          </p:spTgt>
                                        </p:tgtEl>
                                        <p:attrNameLst>
                                          <p:attrName>style.visibility</p:attrName>
                                        </p:attrNameLst>
                                      </p:cBhvr>
                                      <p:to>
                                        <p:strVal val="visible"/>
                                      </p:to>
                                    </p:set>
                                    <p:animEffect transition="in" filter="dissolve">
                                      <p:cBhvr>
                                        <p:cTn id="17" dur="500"/>
                                        <p:tgtEl>
                                          <p:spTgt spid="2058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5827">
                                            <p:txEl>
                                              <p:pRg st="3" end="3"/>
                                            </p:txEl>
                                          </p:spTgt>
                                        </p:tgtEl>
                                        <p:attrNameLst>
                                          <p:attrName>style.visibility</p:attrName>
                                        </p:attrNameLst>
                                      </p:cBhvr>
                                      <p:to>
                                        <p:strVal val="visible"/>
                                      </p:to>
                                    </p:set>
                                    <p:animEffect transition="in" filter="dissolve">
                                      <p:cBhvr>
                                        <p:cTn id="22" dur="500"/>
                                        <p:tgtEl>
                                          <p:spTgt spid="2058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5827">
                                            <p:txEl>
                                              <p:pRg st="4" end="4"/>
                                            </p:txEl>
                                          </p:spTgt>
                                        </p:tgtEl>
                                        <p:attrNameLst>
                                          <p:attrName>style.visibility</p:attrName>
                                        </p:attrNameLst>
                                      </p:cBhvr>
                                      <p:to>
                                        <p:strVal val="visible"/>
                                      </p:to>
                                    </p:set>
                                    <p:animEffect transition="in" filter="dissolve">
                                      <p:cBhvr>
                                        <p:cTn id="27" dur="500"/>
                                        <p:tgtEl>
                                          <p:spTgt spid="2058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05827">
                                            <p:txEl>
                                              <p:pRg st="5" end="5"/>
                                            </p:txEl>
                                          </p:spTgt>
                                        </p:tgtEl>
                                        <p:attrNameLst>
                                          <p:attrName>style.visibility</p:attrName>
                                        </p:attrNameLst>
                                      </p:cBhvr>
                                      <p:to>
                                        <p:strVal val="visible"/>
                                      </p:to>
                                    </p:set>
                                    <p:animEffect transition="in" filter="dissolve">
                                      <p:cBhvr>
                                        <p:cTn id="32" dur="500"/>
                                        <p:tgtEl>
                                          <p:spTgt spid="205827">
                                            <p:txEl>
                                              <p:pRg st="5" end="5"/>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05827">
                                            <p:txEl>
                                              <p:pRg st="6" end="6"/>
                                            </p:txEl>
                                          </p:spTgt>
                                        </p:tgtEl>
                                        <p:attrNameLst>
                                          <p:attrName>style.visibility</p:attrName>
                                        </p:attrNameLst>
                                      </p:cBhvr>
                                      <p:to>
                                        <p:strVal val="visible"/>
                                      </p:to>
                                    </p:set>
                                    <p:animEffect transition="in" filter="dissolve">
                                      <p:cBhvr>
                                        <p:cTn id="35" dur="500"/>
                                        <p:tgtEl>
                                          <p:spTgt spid="205827">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05827">
                                            <p:txEl>
                                              <p:pRg st="7" end="7"/>
                                            </p:txEl>
                                          </p:spTgt>
                                        </p:tgtEl>
                                        <p:attrNameLst>
                                          <p:attrName>style.visibility</p:attrName>
                                        </p:attrNameLst>
                                      </p:cBhvr>
                                      <p:to>
                                        <p:strVal val="visible"/>
                                      </p:to>
                                    </p:set>
                                    <p:animEffect transition="in" filter="dissolve">
                                      <p:cBhvr>
                                        <p:cTn id="40" dur="500"/>
                                        <p:tgtEl>
                                          <p:spTgt spid="2058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1BB04BE-0C7F-3A46-8CF5-F8ED907B469D}" type="datetime1">
              <a:rPr lang="en-US" smtClean="0"/>
              <a:pPr/>
              <a:t>4/21/25</a:t>
            </a:fld>
            <a:endParaRPr lang="en-US"/>
          </a:p>
        </p:txBody>
      </p:sp>
      <p:sp>
        <p:nvSpPr>
          <p:cNvPr id="6" name="Slide Number Placeholder 5"/>
          <p:cNvSpPr>
            <a:spLocks noGrp="1"/>
          </p:cNvSpPr>
          <p:nvPr>
            <p:ph type="sldNum" sz="quarter" idx="12"/>
          </p:nvPr>
        </p:nvSpPr>
        <p:spPr/>
        <p:txBody>
          <a:bodyPr/>
          <a:lstStyle/>
          <a:p>
            <a:endParaRPr lang="en-US"/>
          </a:p>
          <a:p>
            <a:fld id="{3733A466-6B83-424E-B30C-068DCF32B9C4}" type="slidenum">
              <a:rPr lang="en-US"/>
              <a:pPr/>
              <a:t>24</a:t>
            </a:fld>
            <a:endParaRPr lang="en-US"/>
          </a:p>
        </p:txBody>
      </p:sp>
      <p:sp>
        <p:nvSpPr>
          <p:cNvPr id="89090" name="Rectangle 2"/>
          <p:cNvSpPr>
            <a:spLocks noGrp="1" noChangeArrowheads="1"/>
          </p:cNvSpPr>
          <p:nvPr>
            <p:ph type="title"/>
          </p:nvPr>
        </p:nvSpPr>
        <p:spPr/>
        <p:txBody>
          <a:bodyPr/>
          <a:lstStyle/>
          <a:p>
            <a:r>
              <a:rPr lang="en-US" dirty="0"/>
              <a:t>Critical Path</a:t>
            </a:r>
          </a:p>
        </p:txBody>
      </p:sp>
      <p:sp>
        <p:nvSpPr>
          <p:cNvPr id="89091" name="Rectangle 3"/>
          <p:cNvSpPr>
            <a:spLocks noGrp="1" noChangeArrowheads="1"/>
          </p:cNvSpPr>
          <p:nvPr>
            <p:ph type="body" idx="1"/>
          </p:nvPr>
        </p:nvSpPr>
        <p:spPr/>
        <p:txBody>
          <a:bodyPr/>
          <a:lstStyle/>
          <a:p>
            <a:r>
              <a:rPr lang="en-US" dirty="0"/>
              <a:t>Path</a:t>
            </a:r>
          </a:p>
          <a:p>
            <a:pPr lvl="1"/>
            <a:r>
              <a:rPr lang="en-US" dirty="0"/>
              <a:t> A sequence of connected activities that leads from the         START node to the FINISH node. </a:t>
            </a:r>
          </a:p>
          <a:p>
            <a:r>
              <a:rPr lang="en-US" dirty="0"/>
              <a:t>Critical Path (CP)</a:t>
            </a:r>
          </a:p>
          <a:p>
            <a:pPr lvl="1"/>
            <a:r>
              <a:rPr lang="en-US" dirty="0"/>
              <a:t>One of the objectives of CPM is to determine the CP through a project network. The CP consists of the set of </a:t>
            </a:r>
            <a:r>
              <a:rPr lang="en-US" u="sng" dirty="0"/>
              <a:t>critical activities</a:t>
            </a:r>
            <a:r>
              <a:rPr lang="en-US" dirty="0"/>
              <a:t> that if delayed in any way, would cause a delay in the completion of the entire project.</a:t>
            </a:r>
            <a:endParaRPr lang="en-US" baseline="-25000" dirty="0"/>
          </a:p>
          <a:p>
            <a:r>
              <a:rPr lang="en-US" dirty="0"/>
              <a:t>Clearly, critical activities are those that have </a:t>
            </a:r>
            <a:r>
              <a:rPr lang="en-US" u="sng" dirty="0"/>
              <a:t>zero slack…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90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90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0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Date Placeholder 2"/>
          <p:cNvSpPr>
            <a:spLocks noGrp="1"/>
          </p:cNvSpPr>
          <p:nvPr>
            <p:ph type="dt" sz="half" idx="10"/>
          </p:nvPr>
        </p:nvSpPr>
        <p:spPr/>
        <p:txBody>
          <a:bodyPr/>
          <a:lstStyle/>
          <a:p>
            <a:fld id="{E0EFFE23-8053-554E-A51F-E19C4B9E4B18}" type="datetime1">
              <a:rPr lang="en-US" smtClean="0"/>
              <a:pPr/>
              <a:t>4/21/25</a:t>
            </a:fld>
            <a:endParaRPr lang="en-US"/>
          </a:p>
        </p:txBody>
      </p:sp>
      <p:sp>
        <p:nvSpPr>
          <p:cNvPr id="176" name="Slide Number Placeholder 4"/>
          <p:cNvSpPr>
            <a:spLocks noGrp="1"/>
          </p:cNvSpPr>
          <p:nvPr>
            <p:ph type="sldNum" sz="quarter" idx="12"/>
          </p:nvPr>
        </p:nvSpPr>
        <p:spPr/>
        <p:txBody>
          <a:bodyPr/>
          <a:lstStyle/>
          <a:p>
            <a:endParaRPr lang="en-US"/>
          </a:p>
          <a:p>
            <a:fld id="{D7AB2713-CBAE-E046-90CB-343FEC1BA852}" type="slidenum">
              <a:rPr lang="en-US"/>
              <a:pPr/>
              <a:t>25</a:t>
            </a:fld>
            <a:endParaRPr lang="en-US"/>
          </a:p>
        </p:txBody>
      </p:sp>
      <p:sp>
        <p:nvSpPr>
          <p:cNvPr id="206850" name="Rectangle 2"/>
          <p:cNvSpPr>
            <a:spLocks noGrp="1" noChangeArrowheads="1"/>
          </p:cNvSpPr>
          <p:nvPr>
            <p:ph type="title"/>
          </p:nvPr>
        </p:nvSpPr>
        <p:spPr/>
        <p:txBody>
          <a:bodyPr/>
          <a:lstStyle/>
          <a:p>
            <a:r>
              <a:rPr lang="en-US" dirty="0"/>
              <a:t>CPM: Critical Path</a:t>
            </a:r>
          </a:p>
        </p:txBody>
      </p:sp>
      <p:graphicFrame>
        <p:nvGraphicFramePr>
          <p:cNvPr id="206879" name="Group 31"/>
          <p:cNvGraphicFramePr>
            <a:graphicFrameLocks noGrp="1"/>
          </p:cNvGraphicFramePr>
          <p:nvPr/>
        </p:nvGraphicFramePr>
        <p:xfrm>
          <a:off x="1676400" y="4114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7031" name="Group 183"/>
          <p:cNvGraphicFramePr>
            <a:graphicFrameLocks noGrp="1"/>
          </p:cNvGraphicFramePr>
          <p:nvPr/>
        </p:nvGraphicFramePr>
        <p:xfrm>
          <a:off x="3200400" y="2895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52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6935" name="Group 87"/>
          <p:cNvGraphicFramePr>
            <a:graphicFrameLocks noGrp="1"/>
          </p:cNvGraphicFramePr>
          <p:nvPr/>
        </p:nvGraphicFramePr>
        <p:xfrm>
          <a:off x="3124200" y="12954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6963" name="Group 115"/>
          <p:cNvGraphicFramePr>
            <a:graphicFrameLocks noGrp="1"/>
          </p:cNvGraphicFramePr>
          <p:nvPr/>
        </p:nvGraphicFramePr>
        <p:xfrm>
          <a:off x="6324600" y="32766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07007" name="AutoShape 159"/>
          <p:cNvCxnSpPr>
            <a:cxnSpLocks noChangeShapeType="1"/>
            <a:stCxn id="206868" idx="3"/>
            <a:endCxn id="0" idx="0"/>
          </p:cNvCxnSpPr>
          <p:nvPr/>
        </p:nvCxnSpPr>
        <p:spPr bwMode="auto">
          <a:xfrm>
            <a:off x="1447800" y="3824288"/>
            <a:ext cx="228600" cy="276225"/>
          </a:xfrm>
          <a:prstGeom prst="straightConnector1">
            <a:avLst/>
          </a:prstGeom>
          <a:noFill/>
          <a:ln w="9525">
            <a:solidFill>
              <a:schemeClr val="tx1"/>
            </a:solidFill>
            <a:round/>
            <a:headEnd/>
            <a:tailEnd type="triangle" w="med" len="med"/>
          </a:ln>
          <a:effectLst/>
        </p:spPr>
      </p:cxnSp>
      <p:cxnSp>
        <p:nvCxnSpPr>
          <p:cNvPr id="207008" name="AutoShape 160"/>
          <p:cNvCxnSpPr>
            <a:cxnSpLocks noChangeShapeType="1"/>
            <a:stCxn id="206896" idx="3"/>
            <a:endCxn id="0" idx="1"/>
          </p:cNvCxnSpPr>
          <p:nvPr/>
        </p:nvCxnSpPr>
        <p:spPr bwMode="auto">
          <a:xfrm flipV="1">
            <a:off x="2819400" y="1843088"/>
            <a:ext cx="304800" cy="533400"/>
          </a:xfrm>
          <a:prstGeom prst="straightConnector1">
            <a:avLst/>
          </a:prstGeom>
          <a:noFill/>
          <a:ln w="9525">
            <a:solidFill>
              <a:schemeClr val="tx1"/>
            </a:solidFill>
            <a:round/>
            <a:headEnd/>
            <a:tailEnd type="triangle" w="med" len="med"/>
          </a:ln>
          <a:effectLst/>
        </p:spPr>
      </p:cxnSp>
      <p:cxnSp>
        <p:nvCxnSpPr>
          <p:cNvPr id="207009" name="AutoShape 161"/>
          <p:cNvCxnSpPr>
            <a:cxnSpLocks noChangeShapeType="1"/>
            <a:stCxn id="206896" idx="3"/>
            <a:endCxn id="0" idx="1"/>
          </p:cNvCxnSpPr>
          <p:nvPr/>
        </p:nvCxnSpPr>
        <p:spPr bwMode="auto">
          <a:xfrm>
            <a:off x="2819400" y="2376488"/>
            <a:ext cx="381000" cy="1066800"/>
          </a:xfrm>
          <a:prstGeom prst="straightConnector1">
            <a:avLst/>
          </a:prstGeom>
          <a:noFill/>
          <a:ln w="9525">
            <a:solidFill>
              <a:schemeClr val="tx1"/>
            </a:solidFill>
            <a:round/>
            <a:headEnd/>
            <a:tailEnd type="triangle" w="med" len="med"/>
          </a:ln>
          <a:effectLst/>
        </p:spPr>
      </p:cxnSp>
      <p:cxnSp>
        <p:nvCxnSpPr>
          <p:cNvPr id="207011" name="AutoShape 163"/>
          <p:cNvCxnSpPr>
            <a:cxnSpLocks noChangeShapeType="1"/>
            <a:stCxn id="0" idx="3"/>
            <a:endCxn id="206911" idx="1"/>
          </p:cNvCxnSpPr>
          <p:nvPr/>
        </p:nvCxnSpPr>
        <p:spPr bwMode="auto">
          <a:xfrm>
            <a:off x="2895600" y="4662488"/>
            <a:ext cx="304800" cy="457200"/>
          </a:xfrm>
          <a:prstGeom prst="straightConnector1">
            <a:avLst/>
          </a:prstGeom>
          <a:noFill/>
          <a:ln w="9525">
            <a:solidFill>
              <a:schemeClr val="tx1"/>
            </a:solidFill>
            <a:round/>
            <a:headEnd/>
            <a:tailEnd type="triangle" w="med" len="med"/>
          </a:ln>
          <a:effectLst/>
        </p:spPr>
      </p:cxnSp>
      <p:cxnSp>
        <p:nvCxnSpPr>
          <p:cNvPr id="207012" name="AutoShape 164"/>
          <p:cNvCxnSpPr>
            <a:cxnSpLocks noChangeShapeType="1"/>
            <a:stCxn id="0" idx="3"/>
            <a:endCxn id="206981" idx="1"/>
          </p:cNvCxnSpPr>
          <p:nvPr/>
        </p:nvCxnSpPr>
        <p:spPr bwMode="auto">
          <a:xfrm>
            <a:off x="4343400" y="1843088"/>
            <a:ext cx="1905000" cy="76200"/>
          </a:xfrm>
          <a:prstGeom prst="straightConnector1">
            <a:avLst/>
          </a:prstGeom>
          <a:noFill/>
          <a:ln w="9525">
            <a:solidFill>
              <a:schemeClr val="tx1"/>
            </a:solidFill>
            <a:round/>
            <a:headEnd/>
            <a:tailEnd type="triangle" w="med" len="med"/>
          </a:ln>
          <a:effectLst/>
        </p:spPr>
      </p:cxnSp>
      <p:cxnSp>
        <p:nvCxnSpPr>
          <p:cNvPr id="207013" name="AutoShape 165"/>
          <p:cNvCxnSpPr>
            <a:cxnSpLocks noChangeShapeType="1"/>
            <a:stCxn id="0" idx="3"/>
            <a:endCxn id="206953" idx="1"/>
          </p:cNvCxnSpPr>
          <p:nvPr/>
        </p:nvCxnSpPr>
        <p:spPr bwMode="auto">
          <a:xfrm flipV="1">
            <a:off x="4419600" y="2757488"/>
            <a:ext cx="304800" cy="685800"/>
          </a:xfrm>
          <a:prstGeom prst="straightConnector1">
            <a:avLst/>
          </a:prstGeom>
          <a:noFill/>
          <a:ln w="9525">
            <a:solidFill>
              <a:schemeClr val="tx1"/>
            </a:solidFill>
            <a:round/>
            <a:headEnd/>
            <a:tailEnd type="triangle" w="med" len="med"/>
          </a:ln>
          <a:effectLst/>
        </p:spPr>
      </p:cxnSp>
      <p:cxnSp>
        <p:nvCxnSpPr>
          <p:cNvPr id="207016" name="AutoShape 168"/>
          <p:cNvCxnSpPr>
            <a:cxnSpLocks noChangeShapeType="1"/>
            <a:stCxn id="206952" idx="3"/>
            <a:endCxn id="0" idx="1"/>
          </p:cNvCxnSpPr>
          <p:nvPr/>
        </p:nvCxnSpPr>
        <p:spPr bwMode="auto">
          <a:xfrm>
            <a:off x="5943600" y="2757488"/>
            <a:ext cx="381000" cy="1066800"/>
          </a:xfrm>
          <a:prstGeom prst="straightConnector1">
            <a:avLst/>
          </a:prstGeom>
          <a:noFill/>
          <a:ln w="9525">
            <a:solidFill>
              <a:schemeClr val="tx1"/>
            </a:solidFill>
            <a:round/>
            <a:headEnd/>
            <a:tailEnd type="triangle" w="med" len="med"/>
          </a:ln>
          <a:effectLst/>
        </p:spPr>
      </p:cxnSp>
      <p:grpSp>
        <p:nvGrpSpPr>
          <p:cNvPr id="207041" name="Group 193"/>
          <p:cNvGrpSpPr>
            <a:grpSpLocks/>
          </p:cNvGrpSpPr>
          <p:nvPr/>
        </p:nvGrpSpPr>
        <p:grpSpPr bwMode="auto">
          <a:xfrm>
            <a:off x="152400" y="1371600"/>
            <a:ext cx="8763000" cy="4294188"/>
            <a:chOff x="96" y="864"/>
            <a:chExt cx="5520" cy="2705"/>
          </a:xfrm>
        </p:grpSpPr>
        <p:grpSp>
          <p:nvGrpSpPr>
            <p:cNvPr id="207035" name="Group 187"/>
            <p:cNvGrpSpPr>
              <a:grpSpLocks/>
            </p:cNvGrpSpPr>
            <p:nvPr/>
          </p:nvGrpSpPr>
          <p:grpSpPr bwMode="auto">
            <a:xfrm>
              <a:off x="96" y="1200"/>
              <a:ext cx="768" cy="689"/>
              <a:chOff x="96" y="1200"/>
              <a:chExt cx="768" cy="689"/>
            </a:xfrm>
          </p:grpSpPr>
          <p:sp>
            <p:nvSpPr>
              <p:cNvPr id="206852" name="Rectangle 4"/>
              <p:cNvSpPr>
                <a:spLocks noChangeArrowheads="1"/>
              </p:cNvSpPr>
              <p:nvPr/>
            </p:nvSpPr>
            <p:spPr bwMode="auto">
              <a:xfrm>
                <a:off x="480"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06853" name="Rectangle 5"/>
              <p:cNvSpPr>
                <a:spLocks noChangeArrowheads="1"/>
              </p:cNvSpPr>
              <p:nvPr/>
            </p:nvSpPr>
            <p:spPr bwMode="auto">
              <a:xfrm>
                <a:off x="96"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06854" name="Rectangle 6"/>
              <p:cNvSpPr>
                <a:spLocks noChangeArrowheads="1"/>
              </p:cNvSpPr>
              <p:nvPr/>
            </p:nvSpPr>
            <p:spPr bwMode="auto">
              <a:xfrm>
                <a:off x="480"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06855" name="Rectangle 7"/>
              <p:cNvSpPr>
                <a:spLocks noChangeArrowheads="1"/>
              </p:cNvSpPr>
              <p:nvPr/>
            </p:nvSpPr>
            <p:spPr bwMode="auto">
              <a:xfrm>
                <a:off x="96"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ST</a:t>
                </a:r>
              </a:p>
            </p:txBody>
          </p:sp>
          <p:sp>
            <p:nvSpPr>
              <p:cNvPr id="206856" name="Rectangle 8"/>
              <p:cNvSpPr>
                <a:spLocks noChangeArrowheads="1"/>
              </p:cNvSpPr>
              <p:nvPr/>
            </p:nvSpPr>
            <p:spPr bwMode="auto">
              <a:xfrm>
                <a:off x="480"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06857" name="Rectangle 9"/>
              <p:cNvSpPr>
                <a:spLocks noChangeArrowheads="1"/>
              </p:cNvSpPr>
              <p:nvPr/>
            </p:nvSpPr>
            <p:spPr bwMode="auto">
              <a:xfrm>
                <a:off x="96"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06858" name="Line 10"/>
              <p:cNvSpPr>
                <a:spLocks noChangeShapeType="1"/>
              </p:cNvSpPr>
              <p:nvPr/>
            </p:nvSpPr>
            <p:spPr bwMode="auto">
              <a:xfrm>
                <a:off x="96"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859" name="Line 11"/>
              <p:cNvSpPr>
                <a:spLocks noChangeShapeType="1"/>
              </p:cNvSpPr>
              <p:nvPr/>
            </p:nvSpPr>
            <p:spPr bwMode="auto">
              <a:xfrm>
                <a:off x="96"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860" name="Line 12"/>
              <p:cNvSpPr>
                <a:spLocks noChangeShapeType="1"/>
              </p:cNvSpPr>
              <p:nvPr/>
            </p:nvSpPr>
            <p:spPr bwMode="auto">
              <a:xfrm>
                <a:off x="96"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861" name="Line 13"/>
              <p:cNvSpPr>
                <a:spLocks noChangeShapeType="1"/>
              </p:cNvSpPr>
              <p:nvPr/>
            </p:nvSpPr>
            <p:spPr bwMode="auto">
              <a:xfrm>
                <a:off x="96"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862" name="Line 14"/>
              <p:cNvSpPr>
                <a:spLocks noChangeShapeType="1"/>
              </p:cNvSpPr>
              <p:nvPr/>
            </p:nvSpPr>
            <p:spPr bwMode="auto">
              <a:xfrm>
                <a:off x="9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863" name="Line 15"/>
              <p:cNvSpPr>
                <a:spLocks noChangeShapeType="1"/>
              </p:cNvSpPr>
              <p:nvPr/>
            </p:nvSpPr>
            <p:spPr bwMode="auto">
              <a:xfrm>
                <a:off x="480"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864" name="Line 16"/>
              <p:cNvSpPr>
                <a:spLocks noChangeShapeType="1"/>
              </p:cNvSpPr>
              <p:nvPr/>
            </p:nvSpPr>
            <p:spPr bwMode="auto">
              <a:xfrm>
                <a:off x="864"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07036" name="Group 188"/>
            <p:cNvGrpSpPr>
              <a:grpSpLocks/>
            </p:cNvGrpSpPr>
            <p:nvPr/>
          </p:nvGrpSpPr>
          <p:grpSpPr bwMode="auto">
            <a:xfrm>
              <a:off x="144" y="2064"/>
              <a:ext cx="768" cy="689"/>
              <a:chOff x="144" y="2064"/>
              <a:chExt cx="768" cy="689"/>
            </a:xfrm>
          </p:grpSpPr>
          <p:sp>
            <p:nvSpPr>
              <p:cNvPr id="206866" name="Rectangle 18"/>
              <p:cNvSpPr>
                <a:spLocks noChangeArrowheads="1"/>
              </p:cNvSpPr>
              <p:nvPr/>
            </p:nvSpPr>
            <p:spPr bwMode="auto">
              <a:xfrm>
                <a:off x="528"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6</a:t>
                </a:r>
              </a:p>
            </p:txBody>
          </p:sp>
          <p:sp>
            <p:nvSpPr>
              <p:cNvPr id="206867" name="Rectangle 19"/>
              <p:cNvSpPr>
                <a:spLocks noChangeArrowheads="1"/>
              </p:cNvSpPr>
              <p:nvPr/>
            </p:nvSpPr>
            <p:spPr bwMode="auto">
              <a:xfrm>
                <a:off x="144"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06868" name="Rectangle 20"/>
              <p:cNvSpPr>
                <a:spLocks noChangeArrowheads="1"/>
              </p:cNvSpPr>
              <p:nvPr/>
            </p:nvSpPr>
            <p:spPr bwMode="auto">
              <a:xfrm>
                <a:off x="528" y="23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6</a:t>
                </a:r>
              </a:p>
            </p:txBody>
          </p:sp>
          <p:sp>
            <p:nvSpPr>
              <p:cNvPr id="206869" name="Rectangle 21"/>
              <p:cNvSpPr>
                <a:spLocks noChangeArrowheads="1"/>
              </p:cNvSpPr>
              <p:nvPr/>
            </p:nvSpPr>
            <p:spPr bwMode="auto">
              <a:xfrm>
                <a:off x="144" y="23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A</a:t>
                </a:r>
              </a:p>
            </p:txBody>
          </p:sp>
          <p:sp>
            <p:nvSpPr>
              <p:cNvPr id="206870" name="Rectangle 22"/>
              <p:cNvSpPr>
                <a:spLocks noChangeArrowheads="1"/>
              </p:cNvSpPr>
              <p:nvPr/>
            </p:nvSpPr>
            <p:spPr bwMode="auto">
              <a:xfrm>
                <a:off x="528"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6</a:t>
                </a:r>
              </a:p>
            </p:txBody>
          </p:sp>
          <p:sp>
            <p:nvSpPr>
              <p:cNvPr id="206871" name="Rectangle 23"/>
              <p:cNvSpPr>
                <a:spLocks noChangeArrowheads="1"/>
              </p:cNvSpPr>
              <p:nvPr/>
            </p:nvSpPr>
            <p:spPr bwMode="auto">
              <a:xfrm>
                <a:off x="144"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06872" name="Line 24"/>
              <p:cNvSpPr>
                <a:spLocks noChangeShapeType="1"/>
              </p:cNvSpPr>
              <p:nvPr/>
            </p:nvSpPr>
            <p:spPr bwMode="auto">
              <a:xfrm>
                <a:off x="144" y="20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873" name="Line 25"/>
              <p:cNvSpPr>
                <a:spLocks noChangeShapeType="1"/>
              </p:cNvSpPr>
              <p:nvPr/>
            </p:nvSpPr>
            <p:spPr bwMode="auto">
              <a:xfrm>
                <a:off x="144" y="23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874" name="Line 26"/>
              <p:cNvSpPr>
                <a:spLocks noChangeShapeType="1"/>
              </p:cNvSpPr>
              <p:nvPr/>
            </p:nvSpPr>
            <p:spPr bwMode="auto">
              <a:xfrm>
                <a:off x="144" y="25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875" name="Line 27"/>
              <p:cNvSpPr>
                <a:spLocks noChangeShapeType="1"/>
              </p:cNvSpPr>
              <p:nvPr/>
            </p:nvSpPr>
            <p:spPr bwMode="auto">
              <a:xfrm>
                <a:off x="144" y="27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876" name="Line 28"/>
              <p:cNvSpPr>
                <a:spLocks noChangeShapeType="1"/>
              </p:cNvSpPr>
              <p:nvPr/>
            </p:nvSpPr>
            <p:spPr bwMode="auto">
              <a:xfrm>
                <a:off x="144"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877" name="Line 29"/>
              <p:cNvSpPr>
                <a:spLocks noChangeShapeType="1"/>
              </p:cNvSpPr>
              <p:nvPr/>
            </p:nvSpPr>
            <p:spPr bwMode="auto">
              <a:xfrm>
                <a:off x="528" y="20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878" name="Line 30"/>
              <p:cNvSpPr>
                <a:spLocks noChangeShapeType="1"/>
              </p:cNvSpPr>
              <p:nvPr/>
            </p:nvSpPr>
            <p:spPr bwMode="auto">
              <a:xfrm>
                <a:off x="912"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07037" name="Group 189"/>
            <p:cNvGrpSpPr>
              <a:grpSpLocks/>
            </p:cNvGrpSpPr>
            <p:nvPr/>
          </p:nvGrpSpPr>
          <p:grpSpPr bwMode="auto">
            <a:xfrm>
              <a:off x="1008" y="1152"/>
              <a:ext cx="768" cy="689"/>
              <a:chOff x="1008" y="1152"/>
              <a:chExt cx="768" cy="689"/>
            </a:xfrm>
          </p:grpSpPr>
          <p:sp>
            <p:nvSpPr>
              <p:cNvPr id="206894" name="Rectangle 46"/>
              <p:cNvSpPr>
                <a:spLocks noChangeArrowheads="1"/>
              </p:cNvSpPr>
              <p:nvPr/>
            </p:nvSpPr>
            <p:spPr bwMode="auto">
              <a:xfrm>
                <a:off x="1392"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10</a:t>
                </a:r>
              </a:p>
            </p:txBody>
          </p:sp>
          <p:sp>
            <p:nvSpPr>
              <p:cNvPr id="206895" name="Rectangle 47"/>
              <p:cNvSpPr>
                <a:spLocks noChangeArrowheads="1"/>
              </p:cNvSpPr>
              <p:nvPr/>
            </p:nvSpPr>
            <p:spPr bwMode="auto">
              <a:xfrm>
                <a:off x="1008"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6</a:t>
                </a:r>
              </a:p>
            </p:txBody>
          </p:sp>
          <p:sp>
            <p:nvSpPr>
              <p:cNvPr id="206896" name="Rectangle 48"/>
              <p:cNvSpPr>
                <a:spLocks noChangeArrowheads="1"/>
              </p:cNvSpPr>
              <p:nvPr/>
            </p:nvSpPr>
            <p:spPr bwMode="auto">
              <a:xfrm>
                <a:off x="1392" y="140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4</a:t>
                </a:r>
              </a:p>
            </p:txBody>
          </p:sp>
          <p:sp>
            <p:nvSpPr>
              <p:cNvPr id="206897" name="Rectangle 49"/>
              <p:cNvSpPr>
                <a:spLocks noChangeArrowheads="1"/>
              </p:cNvSpPr>
              <p:nvPr/>
            </p:nvSpPr>
            <p:spPr bwMode="auto">
              <a:xfrm>
                <a:off x="1008" y="140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B</a:t>
                </a:r>
              </a:p>
            </p:txBody>
          </p:sp>
          <p:sp>
            <p:nvSpPr>
              <p:cNvPr id="206898" name="Rectangle 50"/>
              <p:cNvSpPr>
                <a:spLocks noChangeArrowheads="1"/>
              </p:cNvSpPr>
              <p:nvPr/>
            </p:nvSpPr>
            <p:spPr bwMode="auto">
              <a:xfrm>
                <a:off x="1392"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10</a:t>
                </a:r>
              </a:p>
            </p:txBody>
          </p:sp>
          <p:sp>
            <p:nvSpPr>
              <p:cNvPr id="206899" name="Rectangle 51"/>
              <p:cNvSpPr>
                <a:spLocks noChangeArrowheads="1"/>
              </p:cNvSpPr>
              <p:nvPr/>
            </p:nvSpPr>
            <p:spPr bwMode="auto">
              <a:xfrm>
                <a:off x="1008"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6</a:t>
                </a:r>
              </a:p>
            </p:txBody>
          </p:sp>
          <p:sp>
            <p:nvSpPr>
              <p:cNvPr id="206900" name="Line 52"/>
              <p:cNvSpPr>
                <a:spLocks noChangeShapeType="1"/>
              </p:cNvSpPr>
              <p:nvPr/>
            </p:nvSpPr>
            <p:spPr bwMode="auto">
              <a:xfrm>
                <a:off x="1008" y="115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01" name="Line 53"/>
              <p:cNvSpPr>
                <a:spLocks noChangeShapeType="1"/>
              </p:cNvSpPr>
              <p:nvPr/>
            </p:nvSpPr>
            <p:spPr bwMode="auto">
              <a:xfrm>
                <a:off x="1008" y="140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02" name="Line 54"/>
              <p:cNvSpPr>
                <a:spLocks noChangeShapeType="1"/>
              </p:cNvSpPr>
              <p:nvPr/>
            </p:nvSpPr>
            <p:spPr bwMode="auto">
              <a:xfrm>
                <a:off x="1008" y="159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03" name="Line 55"/>
              <p:cNvSpPr>
                <a:spLocks noChangeShapeType="1"/>
              </p:cNvSpPr>
              <p:nvPr/>
            </p:nvSpPr>
            <p:spPr bwMode="auto">
              <a:xfrm>
                <a:off x="1008" y="184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04" name="Line 56"/>
              <p:cNvSpPr>
                <a:spLocks noChangeShapeType="1"/>
              </p:cNvSpPr>
              <p:nvPr/>
            </p:nvSpPr>
            <p:spPr bwMode="auto">
              <a:xfrm>
                <a:off x="1008"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05" name="Line 57"/>
              <p:cNvSpPr>
                <a:spLocks noChangeShapeType="1"/>
              </p:cNvSpPr>
              <p:nvPr/>
            </p:nvSpPr>
            <p:spPr bwMode="auto">
              <a:xfrm>
                <a:off x="1392" y="115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06" name="Line 58"/>
              <p:cNvSpPr>
                <a:spLocks noChangeShapeType="1"/>
              </p:cNvSpPr>
              <p:nvPr/>
            </p:nvSpPr>
            <p:spPr bwMode="auto">
              <a:xfrm>
                <a:off x="1776"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07038" name="Group 190"/>
            <p:cNvGrpSpPr>
              <a:grpSpLocks/>
            </p:cNvGrpSpPr>
            <p:nvPr/>
          </p:nvGrpSpPr>
          <p:grpSpPr bwMode="auto">
            <a:xfrm>
              <a:off x="2016" y="2880"/>
              <a:ext cx="768" cy="689"/>
              <a:chOff x="2016" y="2880"/>
              <a:chExt cx="768" cy="689"/>
            </a:xfrm>
          </p:grpSpPr>
          <p:sp>
            <p:nvSpPr>
              <p:cNvPr id="206908" name="Rectangle 60"/>
              <p:cNvSpPr>
                <a:spLocks noChangeArrowheads="1"/>
              </p:cNvSpPr>
              <p:nvPr/>
            </p:nvSpPr>
            <p:spPr bwMode="auto">
              <a:xfrm>
                <a:off x="2400"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20</a:t>
                </a:r>
              </a:p>
            </p:txBody>
          </p:sp>
          <p:sp>
            <p:nvSpPr>
              <p:cNvPr id="206909" name="Rectangle 61"/>
              <p:cNvSpPr>
                <a:spLocks noChangeArrowheads="1"/>
              </p:cNvSpPr>
              <p:nvPr/>
            </p:nvSpPr>
            <p:spPr bwMode="auto">
              <a:xfrm>
                <a:off x="2016"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10</a:t>
                </a:r>
              </a:p>
            </p:txBody>
          </p:sp>
          <p:sp>
            <p:nvSpPr>
              <p:cNvPr id="206910" name="Rectangle 62"/>
              <p:cNvSpPr>
                <a:spLocks noChangeArrowheads="1"/>
              </p:cNvSpPr>
              <p:nvPr/>
            </p:nvSpPr>
            <p:spPr bwMode="auto">
              <a:xfrm>
                <a:off x="2400"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10</a:t>
                </a:r>
              </a:p>
            </p:txBody>
          </p:sp>
          <p:sp>
            <p:nvSpPr>
              <p:cNvPr id="206911" name="Rectangle 63"/>
              <p:cNvSpPr>
                <a:spLocks noChangeArrowheads="1"/>
              </p:cNvSpPr>
              <p:nvPr/>
            </p:nvSpPr>
            <p:spPr bwMode="auto">
              <a:xfrm>
                <a:off x="2016"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E</a:t>
                </a:r>
              </a:p>
            </p:txBody>
          </p:sp>
          <p:sp>
            <p:nvSpPr>
              <p:cNvPr id="206912" name="Rectangle 64"/>
              <p:cNvSpPr>
                <a:spLocks noChangeArrowheads="1"/>
              </p:cNvSpPr>
              <p:nvPr/>
            </p:nvSpPr>
            <p:spPr bwMode="auto">
              <a:xfrm>
                <a:off x="2400"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20</a:t>
                </a:r>
              </a:p>
            </p:txBody>
          </p:sp>
          <p:sp>
            <p:nvSpPr>
              <p:cNvPr id="206913" name="Rectangle 65"/>
              <p:cNvSpPr>
                <a:spLocks noChangeArrowheads="1"/>
              </p:cNvSpPr>
              <p:nvPr/>
            </p:nvSpPr>
            <p:spPr bwMode="auto">
              <a:xfrm>
                <a:off x="2016"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10</a:t>
                </a:r>
              </a:p>
            </p:txBody>
          </p:sp>
          <p:sp>
            <p:nvSpPr>
              <p:cNvPr id="206914" name="Line 66"/>
              <p:cNvSpPr>
                <a:spLocks noChangeShapeType="1"/>
              </p:cNvSpPr>
              <p:nvPr/>
            </p:nvSpPr>
            <p:spPr bwMode="auto">
              <a:xfrm>
                <a:off x="2016" y="288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15" name="Line 67"/>
              <p:cNvSpPr>
                <a:spLocks noChangeShapeType="1"/>
              </p:cNvSpPr>
              <p:nvPr/>
            </p:nvSpPr>
            <p:spPr bwMode="auto">
              <a:xfrm>
                <a:off x="2016" y="312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16" name="Line 68"/>
              <p:cNvSpPr>
                <a:spLocks noChangeShapeType="1"/>
              </p:cNvSpPr>
              <p:nvPr/>
            </p:nvSpPr>
            <p:spPr bwMode="auto">
              <a:xfrm>
                <a:off x="2016" y="332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17" name="Line 69"/>
              <p:cNvSpPr>
                <a:spLocks noChangeShapeType="1"/>
              </p:cNvSpPr>
              <p:nvPr/>
            </p:nvSpPr>
            <p:spPr bwMode="auto">
              <a:xfrm>
                <a:off x="2016" y="356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18" name="Line 70"/>
              <p:cNvSpPr>
                <a:spLocks noChangeShapeType="1"/>
              </p:cNvSpPr>
              <p:nvPr/>
            </p:nvSpPr>
            <p:spPr bwMode="auto">
              <a:xfrm>
                <a:off x="2016"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19" name="Line 71"/>
              <p:cNvSpPr>
                <a:spLocks noChangeShapeType="1"/>
              </p:cNvSpPr>
              <p:nvPr/>
            </p:nvSpPr>
            <p:spPr bwMode="auto">
              <a:xfrm>
                <a:off x="2400" y="288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20" name="Line 72"/>
              <p:cNvSpPr>
                <a:spLocks noChangeShapeType="1"/>
              </p:cNvSpPr>
              <p:nvPr/>
            </p:nvSpPr>
            <p:spPr bwMode="auto">
              <a:xfrm>
                <a:off x="2784"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07039" name="Group 191"/>
            <p:cNvGrpSpPr>
              <a:grpSpLocks/>
            </p:cNvGrpSpPr>
            <p:nvPr/>
          </p:nvGrpSpPr>
          <p:grpSpPr bwMode="auto">
            <a:xfrm>
              <a:off x="2976" y="1392"/>
              <a:ext cx="768" cy="689"/>
              <a:chOff x="2976" y="1392"/>
              <a:chExt cx="768" cy="689"/>
            </a:xfrm>
          </p:grpSpPr>
          <p:sp>
            <p:nvSpPr>
              <p:cNvPr id="206950" name="Rectangle 102"/>
              <p:cNvSpPr>
                <a:spLocks noChangeArrowheads="1"/>
              </p:cNvSpPr>
              <p:nvPr/>
            </p:nvSpPr>
            <p:spPr bwMode="auto">
              <a:xfrm>
                <a:off x="3360"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22</a:t>
                </a:r>
              </a:p>
            </p:txBody>
          </p:sp>
          <p:sp>
            <p:nvSpPr>
              <p:cNvPr id="206951" name="Rectangle 103"/>
              <p:cNvSpPr>
                <a:spLocks noChangeArrowheads="1"/>
              </p:cNvSpPr>
              <p:nvPr/>
            </p:nvSpPr>
            <p:spPr bwMode="auto">
              <a:xfrm>
                <a:off x="2976"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20</a:t>
                </a:r>
              </a:p>
            </p:txBody>
          </p:sp>
          <p:sp>
            <p:nvSpPr>
              <p:cNvPr id="206952" name="Rectangle 104"/>
              <p:cNvSpPr>
                <a:spLocks noChangeArrowheads="1"/>
              </p:cNvSpPr>
              <p:nvPr/>
            </p:nvSpPr>
            <p:spPr bwMode="auto">
              <a:xfrm>
                <a:off x="3360" y="164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2</a:t>
                </a:r>
              </a:p>
            </p:txBody>
          </p:sp>
          <p:sp>
            <p:nvSpPr>
              <p:cNvPr id="206953" name="Rectangle 105"/>
              <p:cNvSpPr>
                <a:spLocks noChangeArrowheads="1"/>
              </p:cNvSpPr>
              <p:nvPr/>
            </p:nvSpPr>
            <p:spPr bwMode="auto">
              <a:xfrm>
                <a:off x="2976" y="164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F</a:t>
                </a:r>
              </a:p>
            </p:txBody>
          </p:sp>
          <p:sp>
            <p:nvSpPr>
              <p:cNvPr id="206954" name="Rectangle 106"/>
              <p:cNvSpPr>
                <a:spLocks noChangeArrowheads="1"/>
              </p:cNvSpPr>
              <p:nvPr/>
            </p:nvSpPr>
            <p:spPr bwMode="auto">
              <a:xfrm>
                <a:off x="3360"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22</a:t>
                </a:r>
              </a:p>
            </p:txBody>
          </p:sp>
          <p:sp>
            <p:nvSpPr>
              <p:cNvPr id="206955" name="Rectangle 107"/>
              <p:cNvSpPr>
                <a:spLocks noChangeArrowheads="1"/>
              </p:cNvSpPr>
              <p:nvPr/>
            </p:nvSpPr>
            <p:spPr bwMode="auto">
              <a:xfrm>
                <a:off x="2976"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20</a:t>
                </a:r>
              </a:p>
            </p:txBody>
          </p:sp>
          <p:sp>
            <p:nvSpPr>
              <p:cNvPr id="206956" name="Line 108"/>
              <p:cNvSpPr>
                <a:spLocks noChangeShapeType="1"/>
              </p:cNvSpPr>
              <p:nvPr/>
            </p:nvSpPr>
            <p:spPr bwMode="auto">
              <a:xfrm>
                <a:off x="2976" y="139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57" name="Line 109"/>
              <p:cNvSpPr>
                <a:spLocks noChangeShapeType="1"/>
              </p:cNvSpPr>
              <p:nvPr/>
            </p:nvSpPr>
            <p:spPr bwMode="auto">
              <a:xfrm>
                <a:off x="2976" y="164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58" name="Line 110"/>
              <p:cNvSpPr>
                <a:spLocks noChangeShapeType="1"/>
              </p:cNvSpPr>
              <p:nvPr/>
            </p:nvSpPr>
            <p:spPr bwMode="auto">
              <a:xfrm>
                <a:off x="2976" y="183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59" name="Line 111"/>
              <p:cNvSpPr>
                <a:spLocks noChangeShapeType="1"/>
              </p:cNvSpPr>
              <p:nvPr/>
            </p:nvSpPr>
            <p:spPr bwMode="auto">
              <a:xfrm>
                <a:off x="2976" y="208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60" name="Line 112"/>
              <p:cNvSpPr>
                <a:spLocks noChangeShapeType="1"/>
              </p:cNvSpPr>
              <p:nvPr/>
            </p:nvSpPr>
            <p:spPr bwMode="auto">
              <a:xfrm>
                <a:off x="2976"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61" name="Line 113"/>
              <p:cNvSpPr>
                <a:spLocks noChangeShapeType="1"/>
              </p:cNvSpPr>
              <p:nvPr/>
            </p:nvSpPr>
            <p:spPr bwMode="auto">
              <a:xfrm>
                <a:off x="3360" y="139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62" name="Line 114"/>
              <p:cNvSpPr>
                <a:spLocks noChangeShapeType="1"/>
              </p:cNvSpPr>
              <p:nvPr/>
            </p:nvSpPr>
            <p:spPr bwMode="auto">
              <a:xfrm>
                <a:off x="3744"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07005" name="AutoShape 157"/>
            <p:cNvCxnSpPr>
              <a:cxnSpLocks noChangeShapeType="1"/>
              <a:stCxn id="206863" idx="1"/>
              <a:endCxn id="206877" idx="0"/>
            </p:cNvCxnSpPr>
            <p:nvPr/>
          </p:nvCxnSpPr>
          <p:spPr bwMode="auto">
            <a:xfrm>
              <a:off x="480" y="1889"/>
              <a:ext cx="48" cy="175"/>
            </a:xfrm>
            <a:prstGeom prst="straightConnector1">
              <a:avLst/>
            </a:prstGeom>
            <a:noFill/>
            <a:ln w="9525">
              <a:solidFill>
                <a:schemeClr val="tx1"/>
              </a:solidFill>
              <a:round/>
              <a:headEnd/>
              <a:tailEnd type="triangle" w="med" len="med"/>
            </a:ln>
            <a:effectLst/>
          </p:spPr>
        </p:cxnSp>
        <p:cxnSp>
          <p:nvCxnSpPr>
            <p:cNvPr id="207006" name="AutoShape 158"/>
            <p:cNvCxnSpPr>
              <a:cxnSpLocks noChangeShapeType="1"/>
              <a:stCxn id="206868" idx="3"/>
              <a:endCxn id="206903" idx="0"/>
            </p:cNvCxnSpPr>
            <p:nvPr/>
          </p:nvCxnSpPr>
          <p:spPr bwMode="auto">
            <a:xfrm flipV="1">
              <a:off x="912" y="1832"/>
              <a:ext cx="96" cy="577"/>
            </a:xfrm>
            <a:prstGeom prst="straightConnector1">
              <a:avLst/>
            </a:prstGeom>
            <a:noFill/>
            <a:ln w="9525">
              <a:solidFill>
                <a:schemeClr val="tx1"/>
              </a:solidFill>
              <a:round/>
              <a:headEnd/>
              <a:tailEnd type="triangle" w="med" len="med"/>
            </a:ln>
            <a:effectLst/>
          </p:spPr>
        </p:cxnSp>
        <p:cxnSp>
          <p:nvCxnSpPr>
            <p:cNvPr id="207010" name="AutoShape 162"/>
            <p:cNvCxnSpPr>
              <a:cxnSpLocks noChangeShapeType="1"/>
              <a:stCxn id="206896" idx="3"/>
              <a:endCxn id="206918" idx="0"/>
            </p:cNvCxnSpPr>
            <p:nvPr/>
          </p:nvCxnSpPr>
          <p:spPr bwMode="auto">
            <a:xfrm>
              <a:off x="1776" y="1497"/>
              <a:ext cx="240" cy="1374"/>
            </a:xfrm>
            <a:prstGeom prst="straightConnector1">
              <a:avLst/>
            </a:prstGeom>
            <a:noFill/>
            <a:ln w="9525">
              <a:solidFill>
                <a:schemeClr val="tx1"/>
              </a:solidFill>
              <a:round/>
              <a:headEnd/>
              <a:tailEnd type="triangle" w="med" len="med"/>
            </a:ln>
            <a:effectLst/>
          </p:spPr>
        </p:cxnSp>
        <p:cxnSp>
          <p:nvCxnSpPr>
            <p:cNvPr id="207014" name="AutoShape 166"/>
            <p:cNvCxnSpPr>
              <a:cxnSpLocks noChangeShapeType="1"/>
              <a:stCxn id="206910" idx="3"/>
              <a:endCxn id="206953" idx="1"/>
            </p:cNvCxnSpPr>
            <p:nvPr/>
          </p:nvCxnSpPr>
          <p:spPr bwMode="auto">
            <a:xfrm flipV="1">
              <a:off x="2784" y="1737"/>
              <a:ext cx="192" cy="1488"/>
            </a:xfrm>
            <a:prstGeom prst="straightConnector1">
              <a:avLst/>
            </a:prstGeom>
            <a:noFill/>
            <a:ln w="9525">
              <a:solidFill>
                <a:schemeClr val="tx1"/>
              </a:solidFill>
              <a:round/>
              <a:headEnd/>
              <a:tailEnd type="triangle" w="med" len="med"/>
            </a:ln>
            <a:effectLst/>
          </p:spPr>
        </p:cxnSp>
        <p:cxnSp>
          <p:nvCxnSpPr>
            <p:cNvPr id="207015" name="AutoShape 167"/>
            <p:cNvCxnSpPr>
              <a:cxnSpLocks noChangeShapeType="1"/>
              <a:stCxn id="206952" idx="3"/>
              <a:endCxn id="206981" idx="1"/>
            </p:cNvCxnSpPr>
            <p:nvPr/>
          </p:nvCxnSpPr>
          <p:spPr bwMode="auto">
            <a:xfrm flipV="1">
              <a:off x="3744" y="1209"/>
              <a:ext cx="192" cy="528"/>
            </a:xfrm>
            <a:prstGeom prst="straightConnector1">
              <a:avLst/>
            </a:prstGeom>
            <a:noFill/>
            <a:ln w="9525">
              <a:solidFill>
                <a:schemeClr val="tx1"/>
              </a:solidFill>
              <a:round/>
              <a:headEnd/>
              <a:tailEnd type="triangle" w="med" len="med"/>
            </a:ln>
            <a:effectLst/>
          </p:spPr>
        </p:cxnSp>
        <p:grpSp>
          <p:nvGrpSpPr>
            <p:cNvPr id="207040" name="Group 192"/>
            <p:cNvGrpSpPr>
              <a:grpSpLocks/>
            </p:cNvGrpSpPr>
            <p:nvPr/>
          </p:nvGrpSpPr>
          <p:grpSpPr bwMode="auto">
            <a:xfrm>
              <a:off x="3936" y="864"/>
              <a:ext cx="1680" cy="1025"/>
              <a:chOff x="3936" y="864"/>
              <a:chExt cx="1680" cy="1025"/>
            </a:xfrm>
          </p:grpSpPr>
          <p:sp>
            <p:nvSpPr>
              <p:cNvPr id="206978" name="Rectangle 130"/>
              <p:cNvSpPr>
                <a:spLocks noChangeArrowheads="1"/>
              </p:cNvSpPr>
              <p:nvPr/>
            </p:nvSpPr>
            <p:spPr bwMode="auto">
              <a:xfrm>
                <a:off x="4320"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30</a:t>
                </a:r>
              </a:p>
            </p:txBody>
          </p:sp>
          <p:sp>
            <p:nvSpPr>
              <p:cNvPr id="206979" name="Rectangle 131"/>
              <p:cNvSpPr>
                <a:spLocks noChangeArrowheads="1"/>
              </p:cNvSpPr>
              <p:nvPr/>
            </p:nvSpPr>
            <p:spPr bwMode="auto">
              <a:xfrm>
                <a:off x="3936"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22</a:t>
                </a:r>
              </a:p>
            </p:txBody>
          </p:sp>
          <p:sp>
            <p:nvSpPr>
              <p:cNvPr id="206980" name="Rectangle 132"/>
              <p:cNvSpPr>
                <a:spLocks noChangeArrowheads="1"/>
              </p:cNvSpPr>
              <p:nvPr/>
            </p:nvSpPr>
            <p:spPr bwMode="auto">
              <a:xfrm>
                <a:off x="4320"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8</a:t>
                </a:r>
              </a:p>
            </p:txBody>
          </p:sp>
          <p:sp>
            <p:nvSpPr>
              <p:cNvPr id="206981" name="Rectangle 133"/>
              <p:cNvSpPr>
                <a:spLocks noChangeArrowheads="1"/>
              </p:cNvSpPr>
              <p:nvPr/>
            </p:nvSpPr>
            <p:spPr bwMode="auto">
              <a:xfrm>
                <a:off x="3936"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I</a:t>
                </a:r>
              </a:p>
            </p:txBody>
          </p:sp>
          <p:sp>
            <p:nvSpPr>
              <p:cNvPr id="206982" name="Rectangle 134"/>
              <p:cNvSpPr>
                <a:spLocks noChangeArrowheads="1"/>
              </p:cNvSpPr>
              <p:nvPr/>
            </p:nvSpPr>
            <p:spPr bwMode="auto">
              <a:xfrm>
                <a:off x="4320"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30</a:t>
                </a:r>
              </a:p>
            </p:txBody>
          </p:sp>
          <p:sp>
            <p:nvSpPr>
              <p:cNvPr id="206983" name="Rectangle 135"/>
              <p:cNvSpPr>
                <a:spLocks noChangeArrowheads="1"/>
              </p:cNvSpPr>
              <p:nvPr/>
            </p:nvSpPr>
            <p:spPr bwMode="auto">
              <a:xfrm>
                <a:off x="3936"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22</a:t>
                </a:r>
              </a:p>
            </p:txBody>
          </p:sp>
          <p:sp>
            <p:nvSpPr>
              <p:cNvPr id="206984" name="Line 136"/>
              <p:cNvSpPr>
                <a:spLocks noChangeShapeType="1"/>
              </p:cNvSpPr>
              <p:nvPr/>
            </p:nvSpPr>
            <p:spPr bwMode="auto">
              <a:xfrm>
                <a:off x="3936" y="8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85" name="Line 137"/>
              <p:cNvSpPr>
                <a:spLocks noChangeShapeType="1"/>
              </p:cNvSpPr>
              <p:nvPr/>
            </p:nvSpPr>
            <p:spPr bwMode="auto">
              <a:xfrm>
                <a:off x="3936" y="11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86" name="Line 138"/>
              <p:cNvSpPr>
                <a:spLocks noChangeShapeType="1"/>
              </p:cNvSpPr>
              <p:nvPr/>
            </p:nvSpPr>
            <p:spPr bwMode="auto">
              <a:xfrm>
                <a:off x="3936" y="13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87" name="Line 139"/>
              <p:cNvSpPr>
                <a:spLocks noChangeShapeType="1"/>
              </p:cNvSpPr>
              <p:nvPr/>
            </p:nvSpPr>
            <p:spPr bwMode="auto">
              <a:xfrm>
                <a:off x="3936" y="15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88" name="Line 140"/>
              <p:cNvSpPr>
                <a:spLocks noChangeShapeType="1"/>
              </p:cNvSpPr>
              <p:nvPr/>
            </p:nvSpPr>
            <p:spPr bwMode="auto">
              <a:xfrm>
                <a:off x="3936"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89" name="Line 141"/>
              <p:cNvSpPr>
                <a:spLocks noChangeShapeType="1"/>
              </p:cNvSpPr>
              <p:nvPr/>
            </p:nvSpPr>
            <p:spPr bwMode="auto">
              <a:xfrm>
                <a:off x="4320" y="8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6990" name="Line 142"/>
              <p:cNvSpPr>
                <a:spLocks noChangeShapeType="1"/>
              </p:cNvSpPr>
              <p:nvPr/>
            </p:nvSpPr>
            <p:spPr bwMode="auto">
              <a:xfrm>
                <a:off x="4704"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nvGrpSpPr>
              <p:cNvPr id="207034" name="Group 186"/>
              <p:cNvGrpSpPr>
                <a:grpSpLocks/>
              </p:cNvGrpSpPr>
              <p:nvPr/>
            </p:nvGrpSpPr>
            <p:grpSpPr bwMode="auto">
              <a:xfrm>
                <a:off x="4848" y="1200"/>
                <a:ext cx="768" cy="689"/>
                <a:chOff x="4848" y="1200"/>
                <a:chExt cx="768" cy="689"/>
              </a:xfrm>
            </p:grpSpPr>
            <p:sp>
              <p:nvSpPr>
                <p:cNvPr id="206992" name="Rectangle 144"/>
                <p:cNvSpPr>
                  <a:spLocks noChangeArrowheads="1"/>
                </p:cNvSpPr>
                <p:nvPr/>
              </p:nvSpPr>
              <p:spPr bwMode="auto">
                <a:xfrm>
                  <a:off x="5232"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30</a:t>
                  </a:r>
                </a:p>
              </p:txBody>
            </p:sp>
            <p:sp>
              <p:nvSpPr>
                <p:cNvPr id="206993" name="Rectangle 145"/>
                <p:cNvSpPr>
                  <a:spLocks noChangeArrowheads="1"/>
                </p:cNvSpPr>
                <p:nvPr/>
              </p:nvSpPr>
              <p:spPr bwMode="auto">
                <a:xfrm>
                  <a:off x="4848"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30</a:t>
                  </a:r>
                </a:p>
              </p:txBody>
            </p:sp>
            <p:sp>
              <p:nvSpPr>
                <p:cNvPr id="206994" name="Rectangle 146"/>
                <p:cNvSpPr>
                  <a:spLocks noChangeArrowheads="1"/>
                </p:cNvSpPr>
                <p:nvPr/>
              </p:nvSpPr>
              <p:spPr bwMode="auto">
                <a:xfrm>
                  <a:off x="5232"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06995" name="Rectangle 147"/>
                <p:cNvSpPr>
                  <a:spLocks noChangeArrowheads="1"/>
                </p:cNvSpPr>
                <p:nvPr/>
              </p:nvSpPr>
              <p:spPr bwMode="auto">
                <a:xfrm>
                  <a:off x="4848"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FIN</a:t>
                  </a:r>
                </a:p>
              </p:txBody>
            </p:sp>
            <p:sp>
              <p:nvSpPr>
                <p:cNvPr id="206996" name="Rectangle 148"/>
                <p:cNvSpPr>
                  <a:spLocks noChangeArrowheads="1"/>
                </p:cNvSpPr>
                <p:nvPr/>
              </p:nvSpPr>
              <p:spPr bwMode="auto">
                <a:xfrm>
                  <a:off x="5232"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30</a:t>
                  </a:r>
                </a:p>
              </p:txBody>
            </p:sp>
            <p:sp>
              <p:nvSpPr>
                <p:cNvPr id="206997" name="Rectangle 149"/>
                <p:cNvSpPr>
                  <a:spLocks noChangeArrowheads="1"/>
                </p:cNvSpPr>
                <p:nvPr/>
              </p:nvSpPr>
              <p:spPr bwMode="auto">
                <a:xfrm>
                  <a:off x="4848"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30</a:t>
                  </a:r>
                </a:p>
              </p:txBody>
            </p:sp>
            <p:sp>
              <p:nvSpPr>
                <p:cNvPr id="206998" name="Line 150"/>
                <p:cNvSpPr>
                  <a:spLocks noChangeShapeType="1"/>
                </p:cNvSpPr>
                <p:nvPr/>
              </p:nvSpPr>
              <p:spPr bwMode="auto">
                <a:xfrm>
                  <a:off x="4848"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6999" name="Line 151"/>
                <p:cNvSpPr>
                  <a:spLocks noChangeShapeType="1"/>
                </p:cNvSpPr>
                <p:nvPr/>
              </p:nvSpPr>
              <p:spPr bwMode="auto">
                <a:xfrm>
                  <a:off x="4848"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7000" name="Line 152"/>
                <p:cNvSpPr>
                  <a:spLocks noChangeShapeType="1"/>
                </p:cNvSpPr>
                <p:nvPr/>
              </p:nvSpPr>
              <p:spPr bwMode="auto">
                <a:xfrm>
                  <a:off x="4848"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7001" name="Line 153"/>
                <p:cNvSpPr>
                  <a:spLocks noChangeShapeType="1"/>
                </p:cNvSpPr>
                <p:nvPr/>
              </p:nvSpPr>
              <p:spPr bwMode="auto">
                <a:xfrm>
                  <a:off x="4848"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7002" name="Line 154"/>
                <p:cNvSpPr>
                  <a:spLocks noChangeShapeType="1"/>
                </p:cNvSpPr>
                <p:nvPr/>
              </p:nvSpPr>
              <p:spPr bwMode="auto">
                <a:xfrm>
                  <a:off x="4848"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07003" name="Line 155"/>
                <p:cNvSpPr>
                  <a:spLocks noChangeShapeType="1"/>
                </p:cNvSpPr>
                <p:nvPr/>
              </p:nvSpPr>
              <p:spPr bwMode="auto">
                <a:xfrm>
                  <a:off x="5232"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07004" name="Line 156"/>
                <p:cNvSpPr>
                  <a:spLocks noChangeShapeType="1"/>
                </p:cNvSpPr>
                <p:nvPr/>
              </p:nvSpPr>
              <p:spPr bwMode="auto">
                <a:xfrm>
                  <a:off x="561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07017" name="AutoShape 169"/>
              <p:cNvCxnSpPr>
                <a:cxnSpLocks noChangeShapeType="1"/>
                <a:stCxn id="206980" idx="3"/>
                <a:endCxn id="206995" idx="1"/>
              </p:cNvCxnSpPr>
              <p:nvPr/>
            </p:nvCxnSpPr>
            <p:spPr bwMode="auto">
              <a:xfrm>
                <a:off x="4704" y="1209"/>
                <a:ext cx="144" cy="336"/>
              </a:xfrm>
              <a:prstGeom prst="straightConnector1">
                <a:avLst/>
              </a:prstGeom>
              <a:noFill/>
              <a:ln w="9525">
                <a:solidFill>
                  <a:schemeClr val="tx1"/>
                </a:solidFill>
                <a:round/>
                <a:headEnd/>
                <a:tailEnd type="triangle" w="med" len="med"/>
              </a:ln>
              <a:effectLst/>
            </p:spPr>
          </p:cxnSp>
        </p:grpSp>
      </p:grpSp>
      <p:cxnSp>
        <p:nvCxnSpPr>
          <p:cNvPr id="207018" name="AutoShape 170"/>
          <p:cNvCxnSpPr>
            <a:cxnSpLocks noChangeShapeType="1"/>
            <a:stCxn id="0" idx="3"/>
            <a:endCxn id="206995" idx="1"/>
          </p:cNvCxnSpPr>
          <p:nvPr/>
        </p:nvCxnSpPr>
        <p:spPr bwMode="auto">
          <a:xfrm flipV="1">
            <a:off x="7543800" y="2452688"/>
            <a:ext cx="152400" cy="1371600"/>
          </a:xfrm>
          <a:prstGeom prst="straightConnector1">
            <a:avLst/>
          </a:prstGeom>
          <a:noFill/>
          <a:ln w="9525">
            <a:solidFill>
              <a:schemeClr val="tx1"/>
            </a:solidFill>
            <a:round/>
            <a:headEnd/>
            <a:tailEnd type="triangle" w="med" len="med"/>
          </a:ln>
          <a:effectLst/>
        </p:spPr>
      </p:cxnSp>
      <p:sp>
        <p:nvSpPr>
          <p:cNvPr id="207019" name="Rectangle 171"/>
          <p:cNvSpPr>
            <a:spLocks noChangeArrowheads="1"/>
          </p:cNvSpPr>
          <p:nvPr/>
        </p:nvSpPr>
        <p:spPr bwMode="auto">
          <a:xfrm>
            <a:off x="685800" y="5867400"/>
            <a:ext cx="7772400" cy="762000"/>
          </a:xfrm>
          <a:prstGeom prst="rect">
            <a:avLst/>
          </a:prstGeom>
          <a:noFill/>
          <a:ln w="9525">
            <a:noFill/>
            <a:miter lim="800000"/>
            <a:headEnd/>
            <a:tailEnd/>
          </a:ln>
          <a:effectLst/>
        </p:spPr>
        <p:txBody>
          <a:bodyPr>
            <a:prstTxWarp prst="textNoShape">
              <a:avLst/>
            </a:prstTxWarp>
          </a:bodyPr>
          <a:lstStyle/>
          <a:p>
            <a:pPr marL="342900" indent="-342900" algn="l">
              <a:spcBef>
                <a:spcPct val="20000"/>
              </a:spcBef>
            </a:pPr>
            <a:r>
              <a:rPr lang="en-US" sz="2400">
                <a:solidFill>
                  <a:schemeClr val="accent2"/>
                </a:solidFill>
                <a:latin typeface="Comic Sans MS" charset="0"/>
              </a:rPr>
              <a:t> Critical Path: Start - A - B - E - F - I - Finish</a:t>
            </a:r>
          </a:p>
        </p:txBody>
      </p:sp>
      <p:sp>
        <p:nvSpPr>
          <p:cNvPr id="207033" name="Freeform 185"/>
          <p:cNvSpPr>
            <a:spLocks/>
          </p:cNvSpPr>
          <p:nvPr/>
        </p:nvSpPr>
        <p:spPr bwMode="auto">
          <a:xfrm>
            <a:off x="652463" y="1989138"/>
            <a:ext cx="8026400" cy="3133725"/>
          </a:xfrm>
          <a:custGeom>
            <a:avLst/>
            <a:gdLst/>
            <a:ahLst/>
            <a:cxnLst>
              <a:cxn ang="0">
                <a:pos x="119" y="557"/>
              </a:cxn>
              <a:cxn ang="0">
                <a:pos x="174" y="886"/>
              </a:cxn>
              <a:cxn ang="0">
                <a:pos x="284" y="1106"/>
              </a:cxn>
              <a:cxn ang="0">
                <a:pos x="485" y="1005"/>
              </a:cxn>
              <a:cxn ang="0">
                <a:pos x="549" y="914"/>
              </a:cxn>
              <a:cxn ang="0">
                <a:pos x="650" y="859"/>
              </a:cxn>
              <a:cxn ang="0">
                <a:pos x="778" y="658"/>
              </a:cxn>
              <a:cxn ang="0">
                <a:pos x="896" y="530"/>
              </a:cxn>
              <a:cxn ang="0">
                <a:pos x="1143" y="438"/>
              </a:cxn>
              <a:cxn ang="0">
                <a:pos x="1290" y="758"/>
              </a:cxn>
              <a:cxn ang="0">
                <a:pos x="1354" y="941"/>
              </a:cxn>
              <a:cxn ang="0">
                <a:pos x="1399" y="1097"/>
              </a:cxn>
              <a:cxn ang="0">
                <a:pos x="1500" y="1472"/>
              </a:cxn>
              <a:cxn ang="0">
                <a:pos x="1628" y="1755"/>
              </a:cxn>
              <a:cxn ang="0">
                <a:pos x="1674" y="1792"/>
              </a:cxn>
              <a:cxn ang="0">
                <a:pos x="1747" y="1856"/>
              </a:cxn>
              <a:cxn ang="0">
                <a:pos x="1939" y="1974"/>
              </a:cxn>
              <a:cxn ang="0">
                <a:pos x="2341" y="1746"/>
              </a:cxn>
              <a:cxn ang="0">
                <a:pos x="2451" y="1600"/>
              </a:cxn>
              <a:cxn ang="0">
                <a:pos x="2533" y="1444"/>
              </a:cxn>
              <a:cxn ang="0">
                <a:pos x="2643" y="1289"/>
              </a:cxn>
              <a:cxn ang="0">
                <a:pos x="2807" y="914"/>
              </a:cxn>
              <a:cxn ang="0">
                <a:pos x="2999" y="676"/>
              </a:cxn>
              <a:cxn ang="0">
                <a:pos x="3237" y="448"/>
              </a:cxn>
              <a:cxn ang="0">
                <a:pos x="3356" y="310"/>
              </a:cxn>
              <a:cxn ang="0">
                <a:pos x="3420" y="228"/>
              </a:cxn>
              <a:cxn ang="0">
                <a:pos x="3639" y="146"/>
              </a:cxn>
              <a:cxn ang="0">
                <a:pos x="4014" y="54"/>
              </a:cxn>
              <a:cxn ang="0">
                <a:pos x="4151" y="54"/>
              </a:cxn>
              <a:cxn ang="0">
                <a:pos x="4453" y="91"/>
              </a:cxn>
              <a:cxn ang="0">
                <a:pos x="4563" y="146"/>
              </a:cxn>
              <a:cxn ang="0">
                <a:pos x="4709" y="228"/>
              </a:cxn>
              <a:cxn ang="0">
                <a:pos x="4846" y="301"/>
              </a:cxn>
              <a:cxn ang="0">
                <a:pos x="4956" y="356"/>
              </a:cxn>
            </a:cxnLst>
            <a:rect l="0" t="0" r="r" b="b"/>
            <a:pathLst>
              <a:path w="5056" h="1974">
                <a:moveTo>
                  <a:pt x="0" y="0"/>
                </a:moveTo>
                <a:cubicBezTo>
                  <a:pt x="16" y="191"/>
                  <a:pt x="82" y="370"/>
                  <a:pt x="119" y="557"/>
                </a:cubicBezTo>
                <a:cubicBezTo>
                  <a:pt x="101" y="647"/>
                  <a:pt x="125" y="750"/>
                  <a:pt x="165" y="832"/>
                </a:cubicBezTo>
                <a:cubicBezTo>
                  <a:pt x="168" y="850"/>
                  <a:pt x="172" y="868"/>
                  <a:pt x="174" y="886"/>
                </a:cubicBezTo>
                <a:cubicBezTo>
                  <a:pt x="178" y="938"/>
                  <a:pt x="175" y="991"/>
                  <a:pt x="183" y="1042"/>
                </a:cubicBezTo>
                <a:cubicBezTo>
                  <a:pt x="187" y="1065"/>
                  <a:pt x="257" y="1097"/>
                  <a:pt x="284" y="1106"/>
                </a:cubicBezTo>
                <a:cubicBezTo>
                  <a:pt x="312" y="1101"/>
                  <a:pt x="345" y="1106"/>
                  <a:pt x="366" y="1088"/>
                </a:cubicBezTo>
                <a:cubicBezTo>
                  <a:pt x="469" y="997"/>
                  <a:pt x="345" y="1059"/>
                  <a:pt x="485" y="1005"/>
                </a:cubicBezTo>
                <a:cubicBezTo>
                  <a:pt x="503" y="987"/>
                  <a:pt x="534" y="975"/>
                  <a:pt x="540" y="950"/>
                </a:cubicBezTo>
                <a:cubicBezTo>
                  <a:pt x="543" y="938"/>
                  <a:pt x="541" y="924"/>
                  <a:pt x="549" y="914"/>
                </a:cubicBezTo>
                <a:cubicBezTo>
                  <a:pt x="555" y="907"/>
                  <a:pt x="567" y="909"/>
                  <a:pt x="576" y="905"/>
                </a:cubicBezTo>
                <a:cubicBezTo>
                  <a:pt x="602" y="894"/>
                  <a:pt x="629" y="878"/>
                  <a:pt x="650" y="859"/>
                </a:cubicBezTo>
                <a:cubicBezTo>
                  <a:pt x="695" y="819"/>
                  <a:pt x="719" y="781"/>
                  <a:pt x="759" y="740"/>
                </a:cubicBezTo>
                <a:cubicBezTo>
                  <a:pt x="768" y="713"/>
                  <a:pt x="765" y="683"/>
                  <a:pt x="778" y="658"/>
                </a:cubicBezTo>
                <a:cubicBezTo>
                  <a:pt x="798" y="618"/>
                  <a:pt x="824" y="624"/>
                  <a:pt x="851" y="594"/>
                </a:cubicBezTo>
                <a:cubicBezTo>
                  <a:pt x="868" y="575"/>
                  <a:pt x="881" y="551"/>
                  <a:pt x="896" y="530"/>
                </a:cubicBezTo>
                <a:cubicBezTo>
                  <a:pt x="902" y="521"/>
                  <a:pt x="1002" y="464"/>
                  <a:pt x="1024" y="457"/>
                </a:cubicBezTo>
                <a:cubicBezTo>
                  <a:pt x="1062" y="419"/>
                  <a:pt x="1090" y="431"/>
                  <a:pt x="1143" y="438"/>
                </a:cubicBezTo>
                <a:cubicBezTo>
                  <a:pt x="1193" y="472"/>
                  <a:pt x="1212" y="527"/>
                  <a:pt x="1244" y="576"/>
                </a:cubicBezTo>
                <a:cubicBezTo>
                  <a:pt x="1254" y="638"/>
                  <a:pt x="1269" y="698"/>
                  <a:pt x="1290" y="758"/>
                </a:cubicBezTo>
                <a:cubicBezTo>
                  <a:pt x="1301" y="790"/>
                  <a:pt x="1302" y="816"/>
                  <a:pt x="1326" y="841"/>
                </a:cubicBezTo>
                <a:cubicBezTo>
                  <a:pt x="1333" y="877"/>
                  <a:pt x="1341" y="907"/>
                  <a:pt x="1354" y="941"/>
                </a:cubicBezTo>
                <a:cubicBezTo>
                  <a:pt x="1357" y="969"/>
                  <a:pt x="1355" y="997"/>
                  <a:pt x="1363" y="1024"/>
                </a:cubicBezTo>
                <a:cubicBezTo>
                  <a:pt x="1371" y="1050"/>
                  <a:pt x="1399" y="1097"/>
                  <a:pt x="1399" y="1097"/>
                </a:cubicBezTo>
                <a:cubicBezTo>
                  <a:pt x="1422" y="1214"/>
                  <a:pt x="1453" y="1322"/>
                  <a:pt x="1491" y="1435"/>
                </a:cubicBezTo>
                <a:cubicBezTo>
                  <a:pt x="1495" y="1447"/>
                  <a:pt x="1497" y="1460"/>
                  <a:pt x="1500" y="1472"/>
                </a:cubicBezTo>
                <a:cubicBezTo>
                  <a:pt x="1503" y="1487"/>
                  <a:pt x="1504" y="1502"/>
                  <a:pt x="1509" y="1517"/>
                </a:cubicBezTo>
                <a:cubicBezTo>
                  <a:pt x="1531" y="1583"/>
                  <a:pt x="1583" y="1704"/>
                  <a:pt x="1628" y="1755"/>
                </a:cubicBezTo>
                <a:cubicBezTo>
                  <a:pt x="1635" y="1763"/>
                  <a:pt x="1647" y="1766"/>
                  <a:pt x="1655" y="1773"/>
                </a:cubicBezTo>
                <a:cubicBezTo>
                  <a:pt x="1662" y="1779"/>
                  <a:pt x="1668" y="1785"/>
                  <a:pt x="1674" y="1792"/>
                </a:cubicBezTo>
                <a:cubicBezTo>
                  <a:pt x="1681" y="1800"/>
                  <a:pt x="1684" y="1812"/>
                  <a:pt x="1692" y="1819"/>
                </a:cubicBezTo>
                <a:cubicBezTo>
                  <a:pt x="1709" y="1834"/>
                  <a:pt x="1730" y="1842"/>
                  <a:pt x="1747" y="1856"/>
                </a:cubicBezTo>
                <a:cubicBezTo>
                  <a:pt x="1769" y="1874"/>
                  <a:pt x="1778" y="1905"/>
                  <a:pt x="1802" y="1920"/>
                </a:cubicBezTo>
                <a:cubicBezTo>
                  <a:pt x="1825" y="1934"/>
                  <a:pt x="1913" y="1965"/>
                  <a:pt x="1939" y="1974"/>
                </a:cubicBezTo>
                <a:cubicBezTo>
                  <a:pt x="1991" y="1957"/>
                  <a:pt x="2049" y="1949"/>
                  <a:pt x="2103" y="1938"/>
                </a:cubicBezTo>
                <a:cubicBezTo>
                  <a:pt x="2185" y="1876"/>
                  <a:pt x="2262" y="1813"/>
                  <a:pt x="2341" y="1746"/>
                </a:cubicBezTo>
                <a:cubicBezTo>
                  <a:pt x="2366" y="1725"/>
                  <a:pt x="2376" y="1731"/>
                  <a:pt x="2396" y="1700"/>
                </a:cubicBezTo>
                <a:cubicBezTo>
                  <a:pt x="2417" y="1668"/>
                  <a:pt x="2433" y="1633"/>
                  <a:pt x="2451" y="1600"/>
                </a:cubicBezTo>
                <a:cubicBezTo>
                  <a:pt x="2468" y="1569"/>
                  <a:pt x="2495" y="1542"/>
                  <a:pt x="2506" y="1508"/>
                </a:cubicBezTo>
                <a:cubicBezTo>
                  <a:pt x="2512" y="1490"/>
                  <a:pt x="2521" y="1458"/>
                  <a:pt x="2533" y="1444"/>
                </a:cubicBezTo>
                <a:cubicBezTo>
                  <a:pt x="2552" y="1420"/>
                  <a:pt x="2582" y="1408"/>
                  <a:pt x="2606" y="1389"/>
                </a:cubicBezTo>
                <a:cubicBezTo>
                  <a:pt x="2623" y="1356"/>
                  <a:pt x="2628" y="1322"/>
                  <a:pt x="2643" y="1289"/>
                </a:cubicBezTo>
                <a:cubicBezTo>
                  <a:pt x="2731" y="1089"/>
                  <a:pt x="2700" y="1141"/>
                  <a:pt x="2798" y="1014"/>
                </a:cubicBezTo>
                <a:cubicBezTo>
                  <a:pt x="2801" y="981"/>
                  <a:pt x="2798" y="946"/>
                  <a:pt x="2807" y="914"/>
                </a:cubicBezTo>
                <a:cubicBezTo>
                  <a:pt x="2829" y="836"/>
                  <a:pt x="2925" y="790"/>
                  <a:pt x="2963" y="731"/>
                </a:cubicBezTo>
                <a:cubicBezTo>
                  <a:pt x="2975" y="713"/>
                  <a:pt x="2983" y="691"/>
                  <a:pt x="2999" y="676"/>
                </a:cubicBezTo>
                <a:cubicBezTo>
                  <a:pt x="3020" y="656"/>
                  <a:pt x="3072" y="630"/>
                  <a:pt x="3072" y="630"/>
                </a:cubicBezTo>
                <a:cubicBezTo>
                  <a:pt x="3108" y="562"/>
                  <a:pt x="3167" y="482"/>
                  <a:pt x="3237" y="448"/>
                </a:cubicBezTo>
                <a:cubicBezTo>
                  <a:pt x="3243" y="430"/>
                  <a:pt x="3239" y="404"/>
                  <a:pt x="3255" y="393"/>
                </a:cubicBezTo>
                <a:cubicBezTo>
                  <a:pt x="3291" y="368"/>
                  <a:pt x="3322" y="338"/>
                  <a:pt x="3356" y="310"/>
                </a:cubicBezTo>
                <a:cubicBezTo>
                  <a:pt x="3377" y="246"/>
                  <a:pt x="3345" y="322"/>
                  <a:pt x="3402" y="265"/>
                </a:cubicBezTo>
                <a:cubicBezTo>
                  <a:pt x="3412" y="255"/>
                  <a:pt x="3410" y="237"/>
                  <a:pt x="3420" y="228"/>
                </a:cubicBezTo>
                <a:cubicBezTo>
                  <a:pt x="3431" y="219"/>
                  <a:pt x="3501" y="201"/>
                  <a:pt x="3520" y="192"/>
                </a:cubicBezTo>
                <a:cubicBezTo>
                  <a:pt x="3559" y="174"/>
                  <a:pt x="3604" y="163"/>
                  <a:pt x="3639" y="146"/>
                </a:cubicBezTo>
                <a:cubicBezTo>
                  <a:pt x="3684" y="124"/>
                  <a:pt x="3736" y="82"/>
                  <a:pt x="3786" y="73"/>
                </a:cubicBezTo>
                <a:cubicBezTo>
                  <a:pt x="3861" y="60"/>
                  <a:pt x="3938" y="61"/>
                  <a:pt x="4014" y="54"/>
                </a:cubicBezTo>
                <a:cubicBezTo>
                  <a:pt x="4045" y="57"/>
                  <a:pt x="4075" y="64"/>
                  <a:pt x="4106" y="64"/>
                </a:cubicBezTo>
                <a:cubicBezTo>
                  <a:pt x="4121" y="64"/>
                  <a:pt x="4136" y="54"/>
                  <a:pt x="4151" y="54"/>
                </a:cubicBezTo>
                <a:cubicBezTo>
                  <a:pt x="4167" y="54"/>
                  <a:pt x="4181" y="62"/>
                  <a:pt x="4197" y="64"/>
                </a:cubicBezTo>
                <a:cubicBezTo>
                  <a:pt x="4282" y="74"/>
                  <a:pt x="4368" y="80"/>
                  <a:pt x="4453" y="91"/>
                </a:cubicBezTo>
                <a:cubicBezTo>
                  <a:pt x="4480" y="100"/>
                  <a:pt x="4508" y="109"/>
                  <a:pt x="4535" y="118"/>
                </a:cubicBezTo>
                <a:cubicBezTo>
                  <a:pt x="4548" y="122"/>
                  <a:pt x="4552" y="139"/>
                  <a:pt x="4563" y="146"/>
                </a:cubicBezTo>
                <a:cubicBezTo>
                  <a:pt x="4571" y="151"/>
                  <a:pt x="4581" y="152"/>
                  <a:pt x="4590" y="155"/>
                </a:cubicBezTo>
                <a:cubicBezTo>
                  <a:pt x="4628" y="193"/>
                  <a:pt x="4657" y="211"/>
                  <a:pt x="4709" y="228"/>
                </a:cubicBezTo>
                <a:cubicBezTo>
                  <a:pt x="4745" y="240"/>
                  <a:pt x="4756" y="234"/>
                  <a:pt x="4791" y="256"/>
                </a:cubicBezTo>
                <a:cubicBezTo>
                  <a:pt x="4811" y="269"/>
                  <a:pt x="4826" y="288"/>
                  <a:pt x="4846" y="301"/>
                </a:cubicBezTo>
                <a:cubicBezTo>
                  <a:pt x="4868" y="315"/>
                  <a:pt x="4896" y="316"/>
                  <a:pt x="4919" y="329"/>
                </a:cubicBezTo>
                <a:cubicBezTo>
                  <a:pt x="4932" y="336"/>
                  <a:pt x="4942" y="349"/>
                  <a:pt x="4956" y="356"/>
                </a:cubicBezTo>
                <a:cubicBezTo>
                  <a:pt x="5050" y="403"/>
                  <a:pt x="5034" y="421"/>
                  <a:pt x="5056" y="374"/>
                </a:cubicBezTo>
              </a:path>
            </a:pathLst>
          </a:custGeom>
          <a:noFill/>
          <a:ln w="38100" cap="flat" cmpd="sng">
            <a:solidFill>
              <a:srgbClr val="FF3300"/>
            </a:solidFill>
            <a:prstDash val="solid"/>
            <a:round/>
            <a:headEnd/>
            <a:tailEnd/>
          </a:ln>
          <a:effectLst/>
        </p:spPr>
        <p:txBody>
          <a:bodyPr wrap="none" anchor="ctr">
            <a:prstTxWarp prst="textNoShape">
              <a:avLst/>
            </a:prstTxWarp>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207031"/>
                                        </p:tgtEl>
                                        <p:attrNameLst>
                                          <p:attrName>style.opacity</p:attrName>
                                        </p:attrNameLst>
                                      </p:cBhvr>
                                      <p:to>
                                        <p:strVal val="0.5"/>
                                      </p:to>
                                    </p:set>
                                    <p:animEffect filter="image" prLst="opacity: 0.5">
                                      <p:cBhvr rctx="IE">
                                        <p:cTn id="7" dur="indefinite"/>
                                        <p:tgtEl>
                                          <p:spTgt spid="207031"/>
                                        </p:tgtEl>
                                      </p:cBhvr>
                                    </p:animEffect>
                                  </p:childTnLst>
                                </p:cTn>
                              </p:par>
                              <p:par>
                                <p:cTn id="8" presetID="9" presetClass="emph" presetSubtype="0" nodeType="withEffect">
                                  <p:stCondLst>
                                    <p:cond delay="0"/>
                                  </p:stCondLst>
                                  <p:childTnLst>
                                    <p:set>
                                      <p:cBhvr rctx="PPT">
                                        <p:cTn id="9" dur="indefinite"/>
                                        <p:tgtEl>
                                          <p:spTgt spid="206879"/>
                                        </p:tgtEl>
                                        <p:attrNameLst>
                                          <p:attrName>style.opacity</p:attrName>
                                        </p:attrNameLst>
                                      </p:cBhvr>
                                      <p:to>
                                        <p:strVal val="0.5"/>
                                      </p:to>
                                    </p:set>
                                    <p:animEffect filter="image" prLst="opacity: 0.5">
                                      <p:cBhvr rctx="IE">
                                        <p:cTn id="10" dur="indefinite"/>
                                        <p:tgtEl>
                                          <p:spTgt spid="206879"/>
                                        </p:tgtEl>
                                      </p:cBhvr>
                                    </p:animEffect>
                                  </p:childTnLst>
                                </p:cTn>
                              </p:par>
                              <p:par>
                                <p:cTn id="11" presetID="9" presetClass="emph" presetSubtype="0" nodeType="withEffect">
                                  <p:stCondLst>
                                    <p:cond delay="0"/>
                                  </p:stCondLst>
                                  <p:childTnLst>
                                    <p:set>
                                      <p:cBhvr rctx="PPT">
                                        <p:cTn id="12" dur="indefinite"/>
                                        <p:tgtEl>
                                          <p:spTgt spid="206935"/>
                                        </p:tgtEl>
                                        <p:attrNameLst>
                                          <p:attrName>style.opacity</p:attrName>
                                        </p:attrNameLst>
                                      </p:cBhvr>
                                      <p:to>
                                        <p:strVal val="0.5"/>
                                      </p:to>
                                    </p:set>
                                    <p:animEffect filter="image" prLst="opacity: 0.5">
                                      <p:cBhvr rctx="IE">
                                        <p:cTn id="13" dur="indefinite"/>
                                        <p:tgtEl>
                                          <p:spTgt spid="206935"/>
                                        </p:tgtEl>
                                      </p:cBhvr>
                                    </p:animEffect>
                                  </p:childTnLst>
                                </p:cTn>
                              </p:par>
                              <p:par>
                                <p:cTn id="14" presetID="9" presetClass="emph" presetSubtype="0" nodeType="withEffect">
                                  <p:stCondLst>
                                    <p:cond delay="0"/>
                                  </p:stCondLst>
                                  <p:childTnLst>
                                    <p:set>
                                      <p:cBhvr rctx="PPT">
                                        <p:cTn id="15" dur="indefinite"/>
                                        <p:tgtEl>
                                          <p:spTgt spid="206963"/>
                                        </p:tgtEl>
                                        <p:attrNameLst>
                                          <p:attrName>style.opacity</p:attrName>
                                        </p:attrNameLst>
                                      </p:cBhvr>
                                      <p:to>
                                        <p:strVal val="0.5"/>
                                      </p:to>
                                    </p:set>
                                    <p:animEffect filter="image" prLst="opacity: 0.5">
                                      <p:cBhvr rctx="IE">
                                        <p:cTn id="16" dur="indefinite"/>
                                        <p:tgtEl>
                                          <p:spTgt spid="206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half" idx="10"/>
          </p:nvPr>
        </p:nvSpPr>
        <p:spPr/>
        <p:txBody>
          <a:bodyPr/>
          <a:lstStyle/>
          <a:p>
            <a:fld id="{D0A1C847-254F-1E40-A24E-D51378F9DF66}" type="datetime1">
              <a:rPr lang="en-US" smtClean="0"/>
              <a:pPr/>
              <a:t>4/21/25</a:t>
            </a:fld>
            <a:endParaRPr lang="en-US"/>
          </a:p>
        </p:txBody>
      </p:sp>
      <p:sp>
        <p:nvSpPr>
          <p:cNvPr id="8" name="Slide Number Placeholder 5"/>
          <p:cNvSpPr>
            <a:spLocks noGrp="1"/>
          </p:cNvSpPr>
          <p:nvPr>
            <p:ph type="sldNum" sz="quarter" idx="12"/>
          </p:nvPr>
        </p:nvSpPr>
        <p:spPr/>
        <p:txBody>
          <a:bodyPr/>
          <a:lstStyle/>
          <a:p>
            <a:endParaRPr lang="en-US"/>
          </a:p>
          <a:p>
            <a:fld id="{DD9BF5CA-89E0-B142-A69E-E6349600B92E}" type="slidenum">
              <a:rPr lang="en-US"/>
              <a:pPr/>
              <a:t>26</a:t>
            </a:fld>
            <a:endParaRPr lang="en-US"/>
          </a:p>
        </p:txBody>
      </p:sp>
      <p:sp>
        <p:nvSpPr>
          <p:cNvPr id="96258" name="Rectangle 2"/>
          <p:cNvSpPr>
            <a:spLocks noGrp="1" noChangeArrowheads="1"/>
          </p:cNvSpPr>
          <p:nvPr>
            <p:ph type="title"/>
          </p:nvPr>
        </p:nvSpPr>
        <p:spPr/>
        <p:txBody>
          <a:bodyPr/>
          <a:lstStyle/>
          <a:p>
            <a:r>
              <a:rPr lang="en-US" sz="2800"/>
              <a:t>Time-Cost Tradeoffs – Crashing Activities</a:t>
            </a:r>
          </a:p>
        </p:txBody>
      </p:sp>
      <p:sp>
        <p:nvSpPr>
          <p:cNvPr id="96259" name="Rectangle 3"/>
          <p:cNvSpPr>
            <a:spLocks noGrp="1" noChangeArrowheads="1"/>
          </p:cNvSpPr>
          <p:nvPr>
            <p:ph type="body" idx="1"/>
          </p:nvPr>
        </p:nvSpPr>
        <p:spPr>
          <a:xfrm>
            <a:off x="304800" y="1143000"/>
            <a:ext cx="8305800" cy="4114800"/>
          </a:xfrm>
        </p:spPr>
        <p:txBody>
          <a:bodyPr/>
          <a:lstStyle/>
          <a:p>
            <a:pPr>
              <a:buFontTx/>
              <a:buNone/>
            </a:pPr>
            <a:r>
              <a:rPr lang="en-US" sz="1800"/>
              <a:t>	</a:t>
            </a:r>
          </a:p>
          <a:p>
            <a:pPr>
              <a:buFontTx/>
              <a:buNone/>
            </a:pPr>
            <a:r>
              <a:rPr lang="en-US" sz="1800"/>
              <a:t>	The management of QP Dolls, Inc. is giving some thoughts to putting extra resources into the project so that it can be completed within 26 weeks.  Each activity has been studied, and a set of </a:t>
            </a:r>
            <a:r>
              <a:rPr lang="en-US" sz="1800" u="sng"/>
              <a:t>crash times</a:t>
            </a:r>
            <a:r>
              <a:rPr lang="en-US" sz="1800"/>
              <a:t> (in weeks) and cost has been developed.  </a:t>
            </a:r>
            <a:r>
              <a:rPr lang="en-US" sz="1800" u="sng"/>
              <a:t>Determine a crash plan which minimizes the total cost of completing the project within 26 weeks.</a:t>
            </a:r>
            <a:endParaRPr lang="en-US" sz="1800"/>
          </a:p>
          <a:p>
            <a:pPr>
              <a:buFontTx/>
              <a:buNone/>
            </a:pPr>
            <a:r>
              <a:rPr lang="en-US" sz="1800"/>
              <a:t>    </a:t>
            </a:r>
            <a:r>
              <a:rPr lang="en-US" sz="1800">
                <a:solidFill>
                  <a:schemeClr val="accent2"/>
                </a:solidFill>
              </a:rPr>
              <a:t>	Crashing: shortening of activity times by adding resources is referred to as crashing.</a:t>
            </a:r>
          </a:p>
          <a:p>
            <a:pPr>
              <a:buFontTx/>
              <a:buNone/>
            </a:pPr>
            <a:r>
              <a:rPr lang="en-US" sz="1800">
                <a:solidFill>
                  <a:schemeClr val="accent2"/>
                </a:solidFill>
              </a:rPr>
              <a:t>	</a:t>
            </a:r>
          </a:p>
          <a:p>
            <a:pPr>
              <a:buFontTx/>
              <a:buNone/>
            </a:pPr>
            <a:r>
              <a:rPr lang="en-US" sz="1800">
                <a:solidFill>
                  <a:schemeClr val="accent2"/>
                </a:solidFill>
              </a:rPr>
              <a:t>	Example: Activity A would normally take 6 weeks at cost of $240,000. But Activity A can be finished in 5 weeks at cost of $300,000.</a:t>
            </a:r>
          </a:p>
        </p:txBody>
      </p:sp>
      <p:graphicFrame>
        <p:nvGraphicFramePr>
          <p:cNvPr id="96260" name="Object 4"/>
          <p:cNvGraphicFramePr>
            <a:graphicFrameLocks noChangeAspect="1"/>
          </p:cNvGraphicFramePr>
          <p:nvPr/>
        </p:nvGraphicFramePr>
        <p:xfrm>
          <a:off x="465138" y="4122738"/>
          <a:ext cx="7488237" cy="3206750"/>
        </p:xfrm>
        <a:graphic>
          <a:graphicData uri="http://schemas.openxmlformats.org/presentationml/2006/ole">
            <mc:AlternateContent xmlns:mc="http://schemas.openxmlformats.org/markup-compatibility/2006">
              <mc:Choice xmlns:v="urn:schemas-microsoft-com:vml" Requires="v">
                <p:oleObj name="Document" r:id="rId3" imgW="7569200" imgH="3251200" progId="Word.Document.8">
                  <p:embed/>
                </p:oleObj>
              </mc:Choice>
              <mc:Fallback>
                <p:oleObj name="Document" r:id="rId3" imgW="7569200" imgH="3251200" progId="Word.Document.8">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138" y="4122738"/>
                        <a:ext cx="7488237" cy="3206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96261" name="Picture 5" descr="j0138345"/>
          <p:cNvPicPr>
            <a:picLocks noChangeAspect="1" noChangeArrowheads="1"/>
          </p:cNvPicPr>
          <p:nvPr/>
        </p:nvPicPr>
        <p:blipFill>
          <a:blip r:embed="rId5"/>
          <a:srcRect/>
          <a:stretch>
            <a:fillRect/>
          </a:stretch>
        </p:blipFill>
        <p:spPr bwMode="auto">
          <a:xfrm>
            <a:off x="8053388" y="5638800"/>
            <a:ext cx="1090612" cy="877888"/>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p>
            <a:fld id="{D80F62F6-4424-1449-AA10-B0285AEA08CE}" type="datetime1">
              <a:rPr lang="en-US" smtClean="0"/>
              <a:pPr/>
              <a:t>4/21/25</a:t>
            </a:fld>
            <a:endParaRPr lang="en-US"/>
          </a:p>
        </p:txBody>
      </p:sp>
      <p:sp>
        <p:nvSpPr>
          <p:cNvPr id="9" name="Slide Number Placeholder 5"/>
          <p:cNvSpPr>
            <a:spLocks noGrp="1"/>
          </p:cNvSpPr>
          <p:nvPr>
            <p:ph type="sldNum" sz="quarter" idx="12"/>
          </p:nvPr>
        </p:nvSpPr>
        <p:spPr/>
        <p:txBody>
          <a:bodyPr/>
          <a:lstStyle/>
          <a:p>
            <a:endParaRPr lang="en-US"/>
          </a:p>
          <a:p>
            <a:fld id="{28CE7459-8F18-F445-97FD-F56F1D6FC75A}" type="slidenum">
              <a:rPr lang="en-US"/>
              <a:pPr/>
              <a:t>27</a:t>
            </a:fld>
            <a:endParaRPr lang="en-US"/>
          </a:p>
        </p:txBody>
      </p:sp>
      <p:sp>
        <p:nvSpPr>
          <p:cNvPr id="97282" name="Rectangle 2"/>
          <p:cNvSpPr>
            <a:spLocks noGrp="1" noChangeArrowheads="1"/>
          </p:cNvSpPr>
          <p:nvPr>
            <p:ph type="title"/>
          </p:nvPr>
        </p:nvSpPr>
        <p:spPr/>
        <p:txBody>
          <a:bodyPr/>
          <a:lstStyle/>
          <a:p>
            <a:r>
              <a:rPr lang="en-US"/>
              <a:t>A Heuristic Approach</a:t>
            </a:r>
          </a:p>
        </p:txBody>
      </p:sp>
      <p:sp>
        <p:nvSpPr>
          <p:cNvPr id="97283" name="Rectangle 3"/>
          <p:cNvSpPr>
            <a:spLocks noGrp="1" noChangeArrowheads="1"/>
          </p:cNvSpPr>
          <p:nvPr>
            <p:ph type="body" idx="1"/>
          </p:nvPr>
        </p:nvSpPr>
        <p:spPr>
          <a:xfrm>
            <a:off x="685800" y="1371600"/>
            <a:ext cx="8077200" cy="4114800"/>
          </a:xfrm>
        </p:spPr>
        <p:txBody>
          <a:bodyPr/>
          <a:lstStyle/>
          <a:p>
            <a:pPr>
              <a:buFontTx/>
              <a:buNone/>
            </a:pPr>
            <a:r>
              <a:rPr lang="en-US" b="1">
                <a:latin typeface="Arial" charset="0"/>
              </a:rPr>
              <a:t>What activities to crash and how much to crash?</a:t>
            </a:r>
          </a:p>
          <a:p>
            <a:r>
              <a:rPr lang="en-US"/>
              <a:t>Heuristic Approach</a:t>
            </a:r>
          </a:p>
        </p:txBody>
      </p:sp>
      <p:graphicFrame>
        <p:nvGraphicFramePr>
          <p:cNvPr id="97284" name="Object 4"/>
          <p:cNvGraphicFramePr>
            <a:graphicFrameLocks noChangeAspect="1"/>
          </p:cNvGraphicFramePr>
          <p:nvPr/>
        </p:nvGraphicFramePr>
        <p:xfrm>
          <a:off x="0" y="3352800"/>
          <a:ext cx="9928225" cy="5108575"/>
        </p:xfrm>
        <a:graphic>
          <a:graphicData uri="http://schemas.openxmlformats.org/presentationml/2006/ole">
            <mc:AlternateContent xmlns:mc="http://schemas.openxmlformats.org/markup-compatibility/2006">
              <mc:Choice xmlns:v="urn:schemas-microsoft-com:vml" Requires="v">
                <p:oleObj name="Document" r:id="rId3" imgW="10058400" imgH="5181600" progId="Word.Document.8">
                  <p:embed/>
                </p:oleObj>
              </mc:Choice>
              <mc:Fallback>
                <p:oleObj name="Document" r:id="rId3" imgW="10058400" imgH="5181600" progId="Word.Document.8">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352800"/>
                        <a:ext cx="9928225" cy="5108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97285" name="Text Box 5"/>
          <p:cNvSpPr txBox="1">
            <a:spLocks noChangeArrowheads="1"/>
          </p:cNvSpPr>
          <p:nvPr/>
        </p:nvSpPr>
        <p:spPr bwMode="auto">
          <a:xfrm>
            <a:off x="1066800" y="5715000"/>
            <a:ext cx="5410200" cy="641350"/>
          </a:xfrm>
          <a:prstGeom prst="rect">
            <a:avLst/>
          </a:prstGeom>
          <a:noFill/>
          <a:ln w="9525">
            <a:noFill/>
            <a:miter lim="800000"/>
            <a:headEnd/>
            <a:tailEnd/>
          </a:ln>
          <a:effectLst/>
        </p:spPr>
        <p:txBody>
          <a:bodyPr wrap="none" anchor="ctr">
            <a:prstTxWarp prst="textNoShape">
              <a:avLst/>
            </a:prstTxWarp>
            <a:spAutoFit/>
          </a:bodyPr>
          <a:lstStyle/>
          <a:p>
            <a:pPr algn="l"/>
            <a:r>
              <a:rPr lang="en-US">
                <a:latin typeface="Lucida Sans" charset="0"/>
              </a:rPr>
              <a:t>Current Critical Path: A - B - E -F- I (30 weeks)</a:t>
            </a:r>
          </a:p>
          <a:p>
            <a:pPr algn="l"/>
            <a:r>
              <a:rPr lang="en-US">
                <a:latin typeface="Lucida Sans" charset="0"/>
              </a:rPr>
              <a:t>Need completion in 26 weeks</a:t>
            </a:r>
          </a:p>
        </p:txBody>
      </p:sp>
      <p:sp>
        <p:nvSpPr>
          <p:cNvPr id="97286" name="AutoShape 6"/>
          <p:cNvSpPr>
            <a:spLocks noChangeArrowheads="1"/>
          </p:cNvSpPr>
          <p:nvPr/>
        </p:nvSpPr>
        <p:spPr bwMode="auto">
          <a:xfrm>
            <a:off x="8229600" y="2743200"/>
            <a:ext cx="914400" cy="533400"/>
          </a:xfrm>
          <a:prstGeom prst="wedgeEllipseCallout">
            <a:avLst>
              <a:gd name="adj1" fmla="val 14236"/>
              <a:gd name="adj2" fmla="val 64583"/>
            </a:avLst>
          </a:prstGeom>
          <a:noFill/>
          <a:ln w="9525">
            <a:solidFill>
              <a:schemeClr val="tx1"/>
            </a:solidFill>
            <a:miter lim="800000"/>
            <a:headEnd/>
            <a:tailEnd/>
          </a:ln>
          <a:effectLst/>
        </p:spPr>
        <p:txBody>
          <a:bodyPr anchor="ctr">
            <a:prstTxWarp prst="textNoShape">
              <a:avLst/>
            </a:prstTxWarp>
          </a:bodyPr>
          <a:lstStyle/>
          <a:p>
            <a:r>
              <a:rPr lang="en-US" sz="1400">
                <a:latin typeface="Comic Sans MS" charset="0"/>
              </a:rPr>
              <a:t>From CPM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Date Placeholder 3"/>
          <p:cNvSpPr>
            <a:spLocks noGrp="1"/>
          </p:cNvSpPr>
          <p:nvPr>
            <p:ph type="dt" sz="half" idx="10"/>
          </p:nvPr>
        </p:nvSpPr>
        <p:spPr/>
        <p:txBody>
          <a:bodyPr/>
          <a:lstStyle/>
          <a:p>
            <a:fld id="{BF0D1EC2-7AA4-994E-AA60-669AC6FFDFA4}" type="datetime1">
              <a:rPr lang="en-US" smtClean="0"/>
              <a:pPr/>
              <a:t>4/21/25</a:t>
            </a:fld>
            <a:endParaRPr lang="en-US"/>
          </a:p>
        </p:txBody>
      </p:sp>
      <p:sp>
        <p:nvSpPr>
          <p:cNvPr id="176" name="Slide Number Placeholder 5"/>
          <p:cNvSpPr>
            <a:spLocks noGrp="1"/>
          </p:cNvSpPr>
          <p:nvPr>
            <p:ph type="sldNum" sz="quarter" idx="12"/>
          </p:nvPr>
        </p:nvSpPr>
        <p:spPr/>
        <p:txBody>
          <a:bodyPr/>
          <a:lstStyle/>
          <a:p>
            <a:endParaRPr lang="en-US"/>
          </a:p>
          <a:p>
            <a:fld id="{BC2937D7-2778-9E40-83A6-A3B2F935013E}" type="slidenum">
              <a:rPr lang="en-US"/>
              <a:pPr/>
              <a:t>28</a:t>
            </a:fld>
            <a:endParaRPr lang="en-US"/>
          </a:p>
        </p:txBody>
      </p:sp>
      <p:sp>
        <p:nvSpPr>
          <p:cNvPr id="230402" name="Rectangle 2"/>
          <p:cNvSpPr>
            <a:spLocks noGrp="1" noChangeArrowheads="1"/>
          </p:cNvSpPr>
          <p:nvPr>
            <p:ph type="title"/>
          </p:nvPr>
        </p:nvSpPr>
        <p:spPr/>
        <p:txBody>
          <a:bodyPr/>
          <a:lstStyle/>
          <a:p>
            <a:r>
              <a:rPr lang="en-US"/>
              <a:t>After Crashing Activity A by 1 Week</a:t>
            </a:r>
          </a:p>
        </p:txBody>
      </p:sp>
      <p:graphicFrame>
        <p:nvGraphicFramePr>
          <p:cNvPr id="230403" name="Group 3"/>
          <p:cNvGraphicFramePr>
            <a:graphicFrameLocks noGrp="1"/>
          </p:cNvGraphicFramePr>
          <p:nvPr/>
        </p:nvGraphicFramePr>
        <p:xfrm>
          <a:off x="1828800" y="42672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30417" name="Group 17"/>
          <p:cNvGraphicFramePr>
            <a:graphicFrameLocks noGrp="1"/>
          </p:cNvGraphicFramePr>
          <p:nvPr/>
        </p:nvGraphicFramePr>
        <p:xfrm>
          <a:off x="3352800" y="3048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52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30431" name="Group 31"/>
          <p:cNvGraphicFramePr>
            <a:graphicFrameLocks noGrp="1"/>
          </p:cNvGraphicFramePr>
          <p:nvPr/>
        </p:nvGraphicFramePr>
        <p:xfrm>
          <a:off x="3276600" y="1447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30445" name="Group 45"/>
          <p:cNvGraphicFramePr>
            <a:graphicFrameLocks noGrp="1"/>
          </p:cNvGraphicFramePr>
          <p:nvPr/>
        </p:nvGraphicFramePr>
        <p:xfrm>
          <a:off x="6477000" y="3429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30459" name="AutoShape 59"/>
          <p:cNvCxnSpPr>
            <a:cxnSpLocks noChangeShapeType="1"/>
            <a:stCxn id="230484" idx="3"/>
            <a:endCxn id="0" idx="0"/>
          </p:cNvCxnSpPr>
          <p:nvPr/>
        </p:nvCxnSpPr>
        <p:spPr bwMode="auto">
          <a:xfrm>
            <a:off x="1600200" y="3976688"/>
            <a:ext cx="228600" cy="276225"/>
          </a:xfrm>
          <a:prstGeom prst="straightConnector1">
            <a:avLst/>
          </a:prstGeom>
          <a:noFill/>
          <a:ln w="9525">
            <a:solidFill>
              <a:schemeClr val="tx1"/>
            </a:solidFill>
            <a:round/>
            <a:headEnd/>
            <a:tailEnd type="triangle" w="med" len="med"/>
          </a:ln>
          <a:effectLst/>
        </p:spPr>
      </p:cxnSp>
      <p:cxnSp>
        <p:nvCxnSpPr>
          <p:cNvPr id="230460" name="AutoShape 60"/>
          <p:cNvCxnSpPr>
            <a:cxnSpLocks noChangeShapeType="1"/>
            <a:stCxn id="230498" idx="3"/>
            <a:endCxn id="0" idx="1"/>
          </p:cNvCxnSpPr>
          <p:nvPr/>
        </p:nvCxnSpPr>
        <p:spPr bwMode="auto">
          <a:xfrm flipV="1">
            <a:off x="2971800" y="1995488"/>
            <a:ext cx="304800" cy="533400"/>
          </a:xfrm>
          <a:prstGeom prst="straightConnector1">
            <a:avLst/>
          </a:prstGeom>
          <a:noFill/>
          <a:ln w="9525">
            <a:solidFill>
              <a:schemeClr val="tx1"/>
            </a:solidFill>
            <a:round/>
            <a:headEnd/>
            <a:tailEnd type="triangle" w="med" len="med"/>
          </a:ln>
          <a:effectLst/>
        </p:spPr>
      </p:cxnSp>
      <p:cxnSp>
        <p:nvCxnSpPr>
          <p:cNvPr id="230461" name="AutoShape 61"/>
          <p:cNvCxnSpPr>
            <a:cxnSpLocks noChangeShapeType="1"/>
            <a:stCxn id="230498" idx="3"/>
            <a:endCxn id="0" idx="1"/>
          </p:cNvCxnSpPr>
          <p:nvPr/>
        </p:nvCxnSpPr>
        <p:spPr bwMode="auto">
          <a:xfrm>
            <a:off x="2971800" y="2528888"/>
            <a:ext cx="381000" cy="1066800"/>
          </a:xfrm>
          <a:prstGeom prst="straightConnector1">
            <a:avLst/>
          </a:prstGeom>
          <a:noFill/>
          <a:ln w="9525">
            <a:solidFill>
              <a:schemeClr val="tx1"/>
            </a:solidFill>
            <a:round/>
            <a:headEnd/>
            <a:tailEnd type="triangle" w="med" len="med"/>
          </a:ln>
          <a:effectLst/>
        </p:spPr>
      </p:cxnSp>
      <p:cxnSp>
        <p:nvCxnSpPr>
          <p:cNvPr id="230462" name="AutoShape 62"/>
          <p:cNvCxnSpPr>
            <a:cxnSpLocks noChangeShapeType="1"/>
            <a:stCxn id="0" idx="3"/>
            <a:endCxn id="230513" idx="1"/>
          </p:cNvCxnSpPr>
          <p:nvPr/>
        </p:nvCxnSpPr>
        <p:spPr bwMode="auto">
          <a:xfrm>
            <a:off x="3048000" y="4814888"/>
            <a:ext cx="304800" cy="457200"/>
          </a:xfrm>
          <a:prstGeom prst="straightConnector1">
            <a:avLst/>
          </a:prstGeom>
          <a:noFill/>
          <a:ln w="9525">
            <a:solidFill>
              <a:schemeClr val="tx1"/>
            </a:solidFill>
            <a:round/>
            <a:headEnd/>
            <a:tailEnd type="triangle" w="med" len="med"/>
          </a:ln>
          <a:effectLst/>
        </p:spPr>
      </p:cxnSp>
      <p:cxnSp>
        <p:nvCxnSpPr>
          <p:cNvPr id="230463" name="AutoShape 63"/>
          <p:cNvCxnSpPr>
            <a:cxnSpLocks noChangeShapeType="1"/>
            <a:stCxn id="0" idx="3"/>
            <a:endCxn id="230546" idx="1"/>
          </p:cNvCxnSpPr>
          <p:nvPr/>
        </p:nvCxnSpPr>
        <p:spPr bwMode="auto">
          <a:xfrm>
            <a:off x="4495800" y="1995488"/>
            <a:ext cx="1905000" cy="76200"/>
          </a:xfrm>
          <a:prstGeom prst="straightConnector1">
            <a:avLst/>
          </a:prstGeom>
          <a:noFill/>
          <a:ln w="9525">
            <a:solidFill>
              <a:schemeClr val="tx1"/>
            </a:solidFill>
            <a:round/>
            <a:headEnd/>
            <a:tailEnd type="triangle" w="med" len="med"/>
          </a:ln>
          <a:effectLst/>
        </p:spPr>
      </p:cxnSp>
      <p:cxnSp>
        <p:nvCxnSpPr>
          <p:cNvPr id="230464" name="AutoShape 64"/>
          <p:cNvCxnSpPr>
            <a:cxnSpLocks noChangeShapeType="1"/>
            <a:stCxn id="0" idx="3"/>
            <a:endCxn id="230527" idx="1"/>
          </p:cNvCxnSpPr>
          <p:nvPr/>
        </p:nvCxnSpPr>
        <p:spPr bwMode="auto">
          <a:xfrm flipV="1">
            <a:off x="4572000" y="2909888"/>
            <a:ext cx="304800" cy="685800"/>
          </a:xfrm>
          <a:prstGeom prst="straightConnector1">
            <a:avLst/>
          </a:prstGeom>
          <a:noFill/>
          <a:ln w="9525">
            <a:solidFill>
              <a:schemeClr val="tx1"/>
            </a:solidFill>
            <a:round/>
            <a:headEnd/>
            <a:tailEnd type="triangle" w="med" len="med"/>
          </a:ln>
          <a:effectLst/>
        </p:spPr>
      </p:cxnSp>
      <p:cxnSp>
        <p:nvCxnSpPr>
          <p:cNvPr id="230465" name="AutoShape 65"/>
          <p:cNvCxnSpPr>
            <a:cxnSpLocks noChangeShapeType="1"/>
            <a:stCxn id="230526" idx="3"/>
            <a:endCxn id="0" idx="1"/>
          </p:cNvCxnSpPr>
          <p:nvPr/>
        </p:nvCxnSpPr>
        <p:spPr bwMode="auto">
          <a:xfrm>
            <a:off x="6096000" y="2909888"/>
            <a:ext cx="381000" cy="1066800"/>
          </a:xfrm>
          <a:prstGeom prst="straightConnector1">
            <a:avLst/>
          </a:prstGeom>
          <a:noFill/>
          <a:ln w="9525">
            <a:solidFill>
              <a:schemeClr val="tx1"/>
            </a:solidFill>
            <a:round/>
            <a:headEnd/>
            <a:tailEnd type="triangle" w="med" len="med"/>
          </a:ln>
          <a:effectLst/>
        </p:spPr>
      </p:cxnSp>
      <p:grpSp>
        <p:nvGrpSpPr>
          <p:cNvPr id="230466" name="Group 66"/>
          <p:cNvGrpSpPr>
            <a:grpSpLocks/>
          </p:cNvGrpSpPr>
          <p:nvPr/>
        </p:nvGrpSpPr>
        <p:grpSpPr bwMode="auto">
          <a:xfrm>
            <a:off x="304800" y="1524000"/>
            <a:ext cx="8763000" cy="4294188"/>
            <a:chOff x="96" y="864"/>
            <a:chExt cx="5520" cy="2705"/>
          </a:xfrm>
        </p:grpSpPr>
        <p:grpSp>
          <p:nvGrpSpPr>
            <p:cNvPr id="230467" name="Group 67"/>
            <p:cNvGrpSpPr>
              <a:grpSpLocks/>
            </p:cNvGrpSpPr>
            <p:nvPr/>
          </p:nvGrpSpPr>
          <p:grpSpPr bwMode="auto">
            <a:xfrm>
              <a:off x="96" y="1200"/>
              <a:ext cx="768" cy="689"/>
              <a:chOff x="96" y="1200"/>
              <a:chExt cx="768" cy="689"/>
            </a:xfrm>
          </p:grpSpPr>
          <p:sp>
            <p:nvSpPr>
              <p:cNvPr id="230468" name="Rectangle 68"/>
              <p:cNvSpPr>
                <a:spLocks noChangeArrowheads="1"/>
              </p:cNvSpPr>
              <p:nvPr/>
            </p:nvSpPr>
            <p:spPr bwMode="auto">
              <a:xfrm>
                <a:off x="480"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0469" name="Rectangle 69"/>
              <p:cNvSpPr>
                <a:spLocks noChangeArrowheads="1"/>
              </p:cNvSpPr>
              <p:nvPr/>
            </p:nvSpPr>
            <p:spPr bwMode="auto">
              <a:xfrm>
                <a:off x="96"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0470" name="Rectangle 70"/>
              <p:cNvSpPr>
                <a:spLocks noChangeArrowheads="1"/>
              </p:cNvSpPr>
              <p:nvPr/>
            </p:nvSpPr>
            <p:spPr bwMode="auto">
              <a:xfrm>
                <a:off x="480"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30471" name="Rectangle 71"/>
              <p:cNvSpPr>
                <a:spLocks noChangeArrowheads="1"/>
              </p:cNvSpPr>
              <p:nvPr/>
            </p:nvSpPr>
            <p:spPr bwMode="auto">
              <a:xfrm>
                <a:off x="96"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ST</a:t>
                </a:r>
              </a:p>
            </p:txBody>
          </p:sp>
          <p:sp>
            <p:nvSpPr>
              <p:cNvPr id="230472" name="Rectangle 72"/>
              <p:cNvSpPr>
                <a:spLocks noChangeArrowheads="1"/>
              </p:cNvSpPr>
              <p:nvPr/>
            </p:nvSpPr>
            <p:spPr bwMode="auto">
              <a:xfrm>
                <a:off x="480"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0473" name="Rectangle 73"/>
              <p:cNvSpPr>
                <a:spLocks noChangeArrowheads="1"/>
              </p:cNvSpPr>
              <p:nvPr/>
            </p:nvSpPr>
            <p:spPr bwMode="auto">
              <a:xfrm>
                <a:off x="96"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0474" name="Line 74"/>
              <p:cNvSpPr>
                <a:spLocks noChangeShapeType="1"/>
              </p:cNvSpPr>
              <p:nvPr/>
            </p:nvSpPr>
            <p:spPr bwMode="auto">
              <a:xfrm>
                <a:off x="96"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475" name="Line 75"/>
              <p:cNvSpPr>
                <a:spLocks noChangeShapeType="1"/>
              </p:cNvSpPr>
              <p:nvPr/>
            </p:nvSpPr>
            <p:spPr bwMode="auto">
              <a:xfrm>
                <a:off x="96"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476" name="Line 76"/>
              <p:cNvSpPr>
                <a:spLocks noChangeShapeType="1"/>
              </p:cNvSpPr>
              <p:nvPr/>
            </p:nvSpPr>
            <p:spPr bwMode="auto">
              <a:xfrm>
                <a:off x="96"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477" name="Line 77"/>
              <p:cNvSpPr>
                <a:spLocks noChangeShapeType="1"/>
              </p:cNvSpPr>
              <p:nvPr/>
            </p:nvSpPr>
            <p:spPr bwMode="auto">
              <a:xfrm>
                <a:off x="96"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478" name="Line 78"/>
              <p:cNvSpPr>
                <a:spLocks noChangeShapeType="1"/>
              </p:cNvSpPr>
              <p:nvPr/>
            </p:nvSpPr>
            <p:spPr bwMode="auto">
              <a:xfrm>
                <a:off x="9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479" name="Line 79"/>
              <p:cNvSpPr>
                <a:spLocks noChangeShapeType="1"/>
              </p:cNvSpPr>
              <p:nvPr/>
            </p:nvSpPr>
            <p:spPr bwMode="auto">
              <a:xfrm>
                <a:off x="480"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480" name="Line 80"/>
              <p:cNvSpPr>
                <a:spLocks noChangeShapeType="1"/>
              </p:cNvSpPr>
              <p:nvPr/>
            </p:nvSpPr>
            <p:spPr bwMode="auto">
              <a:xfrm>
                <a:off x="864"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30481" name="Group 81"/>
            <p:cNvGrpSpPr>
              <a:grpSpLocks/>
            </p:cNvGrpSpPr>
            <p:nvPr/>
          </p:nvGrpSpPr>
          <p:grpSpPr bwMode="auto">
            <a:xfrm>
              <a:off x="144" y="2064"/>
              <a:ext cx="768" cy="689"/>
              <a:chOff x="144" y="2064"/>
              <a:chExt cx="768" cy="689"/>
            </a:xfrm>
          </p:grpSpPr>
          <p:sp>
            <p:nvSpPr>
              <p:cNvPr id="230482" name="Rectangle 82"/>
              <p:cNvSpPr>
                <a:spLocks noChangeArrowheads="1"/>
              </p:cNvSpPr>
              <p:nvPr/>
            </p:nvSpPr>
            <p:spPr bwMode="auto">
              <a:xfrm>
                <a:off x="528"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30483" name="Rectangle 83"/>
              <p:cNvSpPr>
                <a:spLocks noChangeArrowheads="1"/>
              </p:cNvSpPr>
              <p:nvPr/>
            </p:nvSpPr>
            <p:spPr bwMode="auto">
              <a:xfrm>
                <a:off x="144"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0484" name="Rectangle 84" descr="25%"/>
              <p:cNvSpPr>
                <a:spLocks noChangeArrowheads="1"/>
              </p:cNvSpPr>
              <p:nvPr/>
            </p:nvSpPr>
            <p:spPr bwMode="auto">
              <a:xfrm>
                <a:off x="528" y="2313"/>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5</a:t>
                </a:r>
              </a:p>
            </p:txBody>
          </p:sp>
          <p:sp>
            <p:nvSpPr>
              <p:cNvPr id="230485" name="Rectangle 85" descr="25%"/>
              <p:cNvSpPr>
                <a:spLocks noChangeArrowheads="1"/>
              </p:cNvSpPr>
              <p:nvPr/>
            </p:nvSpPr>
            <p:spPr bwMode="auto">
              <a:xfrm>
                <a:off x="144" y="2313"/>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A</a:t>
                </a:r>
              </a:p>
            </p:txBody>
          </p:sp>
          <p:sp>
            <p:nvSpPr>
              <p:cNvPr id="230486" name="Rectangle 86"/>
              <p:cNvSpPr>
                <a:spLocks noChangeArrowheads="1"/>
              </p:cNvSpPr>
              <p:nvPr/>
            </p:nvSpPr>
            <p:spPr bwMode="auto">
              <a:xfrm>
                <a:off x="528"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30487" name="Rectangle 87"/>
              <p:cNvSpPr>
                <a:spLocks noChangeArrowheads="1"/>
              </p:cNvSpPr>
              <p:nvPr/>
            </p:nvSpPr>
            <p:spPr bwMode="auto">
              <a:xfrm>
                <a:off x="144"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0488" name="Line 88"/>
              <p:cNvSpPr>
                <a:spLocks noChangeShapeType="1"/>
              </p:cNvSpPr>
              <p:nvPr/>
            </p:nvSpPr>
            <p:spPr bwMode="auto">
              <a:xfrm>
                <a:off x="144" y="20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489" name="Line 89"/>
              <p:cNvSpPr>
                <a:spLocks noChangeShapeType="1"/>
              </p:cNvSpPr>
              <p:nvPr/>
            </p:nvSpPr>
            <p:spPr bwMode="auto">
              <a:xfrm>
                <a:off x="144" y="23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490" name="Line 90"/>
              <p:cNvSpPr>
                <a:spLocks noChangeShapeType="1"/>
              </p:cNvSpPr>
              <p:nvPr/>
            </p:nvSpPr>
            <p:spPr bwMode="auto">
              <a:xfrm>
                <a:off x="144" y="25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491" name="Line 91"/>
              <p:cNvSpPr>
                <a:spLocks noChangeShapeType="1"/>
              </p:cNvSpPr>
              <p:nvPr/>
            </p:nvSpPr>
            <p:spPr bwMode="auto">
              <a:xfrm>
                <a:off x="144" y="27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492" name="Line 92"/>
              <p:cNvSpPr>
                <a:spLocks noChangeShapeType="1"/>
              </p:cNvSpPr>
              <p:nvPr/>
            </p:nvSpPr>
            <p:spPr bwMode="auto">
              <a:xfrm>
                <a:off x="144"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493" name="Line 93"/>
              <p:cNvSpPr>
                <a:spLocks noChangeShapeType="1"/>
              </p:cNvSpPr>
              <p:nvPr/>
            </p:nvSpPr>
            <p:spPr bwMode="auto">
              <a:xfrm>
                <a:off x="528" y="20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494" name="Line 94"/>
              <p:cNvSpPr>
                <a:spLocks noChangeShapeType="1"/>
              </p:cNvSpPr>
              <p:nvPr/>
            </p:nvSpPr>
            <p:spPr bwMode="auto">
              <a:xfrm>
                <a:off x="912"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30495" name="Group 95"/>
            <p:cNvGrpSpPr>
              <a:grpSpLocks/>
            </p:cNvGrpSpPr>
            <p:nvPr/>
          </p:nvGrpSpPr>
          <p:grpSpPr bwMode="auto">
            <a:xfrm>
              <a:off x="1008" y="1152"/>
              <a:ext cx="768" cy="689"/>
              <a:chOff x="1008" y="1152"/>
              <a:chExt cx="768" cy="689"/>
            </a:xfrm>
          </p:grpSpPr>
          <p:sp>
            <p:nvSpPr>
              <p:cNvPr id="230496" name="Rectangle 96"/>
              <p:cNvSpPr>
                <a:spLocks noChangeArrowheads="1"/>
              </p:cNvSpPr>
              <p:nvPr/>
            </p:nvSpPr>
            <p:spPr bwMode="auto">
              <a:xfrm>
                <a:off x="1392"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9</a:t>
                </a:r>
              </a:p>
            </p:txBody>
          </p:sp>
          <p:sp>
            <p:nvSpPr>
              <p:cNvPr id="230497" name="Rectangle 97"/>
              <p:cNvSpPr>
                <a:spLocks noChangeArrowheads="1"/>
              </p:cNvSpPr>
              <p:nvPr/>
            </p:nvSpPr>
            <p:spPr bwMode="auto">
              <a:xfrm>
                <a:off x="1008"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30498" name="Rectangle 98"/>
              <p:cNvSpPr>
                <a:spLocks noChangeArrowheads="1"/>
              </p:cNvSpPr>
              <p:nvPr/>
            </p:nvSpPr>
            <p:spPr bwMode="auto">
              <a:xfrm>
                <a:off x="1392" y="140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4</a:t>
                </a:r>
              </a:p>
            </p:txBody>
          </p:sp>
          <p:sp>
            <p:nvSpPr>
              <p:cNvPr id="230499" name="Rectangle 99"/>
              <p:cNvSpPr>
                <a:spLocks noChangeArrowheads="1"/>
              </p:cNvSpPr>
              <p:nvPr/>
            </p:nvSpPr>
            <p:spPr bwMode="auto">
              <a:xfrm>
                <a:off x="1008" y="140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B</a:t>
                </a:r>
              </a:p>
            </p:txBody>
          </p:sp>
          <p:sp>
            <p:nvSpPr>
              <p:cNvPr id="230500" name="Rectangle 100"/>
              <p:cNvSpPr>
                <a:spLocks noChangeArrowheads="1"/>
              </p:cNvSpPr>
              <p:nvPr/>
            </p:nvSpPr>
            <p:spPr bwMode="auto">
              <a:xfrm>
                <a:off x="1392"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9</a:t>
                </a:r>
              </a:p>
            </p:txBody>
          </p:sp>
          <p:sp>
            <p:nvSpPr>
              <p:cNvPr id="230501" name="Rectangle 101"/>
              <p:cNvSpPr>
                <a:spLocks noChangeArrowheads="1"/>
              </p:cNvSpPr>
              <p:nvPr/>
            </p:nvSpPr>
            <p:spPr bwMode="auto">
              <a:xfrm>
                <a:off x="1008"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30502" name="Line 102"/>
              <p:cNvSpPr>
                <a:spLocks noChangeShapeType="1"/>
              </p:cNvSpPr>
              <p:nvPr/>
            </p:nvSpPr>
            <p:spPr bwMode="auto">
              <a:xfrm>
                <a:off x="1008" y="115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03" name="Line 103"/>
              <p:cNvSpPr>
                <a:spLocks noChangeShapeType="1"/>
              </p:cNvSpPr>
              <p:nvPr/>
            </p:nvSpPr>
            <p:spPr bwMode="auto">
              <a:xfrm>
                <a:off x="1008" y="140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04" name="Line 104"/>
              <p:cNvSpPr>
                <a:spLocks noChangeShapeType="1"/>
              </p:cNvSpPr>
              <p:nvPr/>
            </p:nvSpPr>
            <p:spPr bwMode="auto">
              <a:xfrm>
                <a:off x="1008" y="159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05" name="Line 105"/>
              <p:cNvSpPr>
                <a:spLocks noChangeShapeType="1"/>
              </p:cNvSpPr>
              <p:nvPr/>
            </p:nvSpPr>
            <p:spPr bwMode="auto">
              <a:xfrm>
                <a:off x="1008" y="184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06" name="Line 106"/>
              <p:cNvSpPr>
                <a:spLocks noChangeShapeType="1"/>
              </p:cNvSpPr>
              <p:nvPr/>
            </p:nvSpPr>
            <p:spPr bwMode="auto">
              <a:xfrm>
                <a:off x="1008"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07" name="Line 107"/>
              <p:cNvSpPr>
                <a:spLocks noChangeShapeType="1"/>
              </p:cNvSpPr>
              <p:nvPr/>
            </p:nvSpPr>
            <p:spPr bwMode="auto">
              <a:xfrm>
                <a:off x="1392" y="115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08" name="Line 108"/>
              <p:cNvSpPr>
                <a:spLocks noChangeShapeType="1"/>
              </p:cNvSpPr>
              <p:nvPr/>
            </p:nvSpPr>
            <p:spPr bwMode="auto">
              <a:xfrm>
                <a:off x="1776"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30509" name="Group 109"/>
            <p:cNvGrpSpPr>
              <a:grpSpLocks/>
            </p:cNvGrpSpPr>
            <p:nvPr/>
          </p:nvGrpSpPr>
          <p:grpSpPr bwMode="auto">
            <a:xfrm>
              <a:off x="2016" y="2880"/>
              <a:ext cx="768" cy="689"/>
              <a:chOff x="2016" y="2880"/>
              <a:chExt cx="768" cy="689"/>
            </a:xfrm>
          </p:grpSpPr>
          <p:sp>
            <p:nvSpPr>
              <p:cNvPr id="230510" name="Rectangle 110"/>
              <p:cNvSpPr>
                <a:spLocks noChangeArrowheads="1"/>
              </p:cNvSpPr>
              <p:nvPr/>
            </p:nvSpPr>
            <p:spPr bwMode="auto">
              <a:xfrm>
                <a:off x="2400"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30511" name="Rectangle 111"/>
              <p:cNvSpPr>
                <a:spLocks noChangeArrowheads="1"/>
              </p:cNvSpPr>
              <p:nvPr/>
            </p:nvSpPr>
            <p:spPr bwMode="auto">
              <a:xfrm>
                <a:off x="2016"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9</a:t>
                </a:r>
              </a:p>
            </p:txBody>
          </p:sp>
          <p:sp>
            <p:nvSpPr>
              <p:cNvPr id="230512" name="Rectangle 112"/>
              <p:cNvSpPr>
                <a:spLocks noChangeArrowheads="1"/>
              </p:cNvSpPr>
              <p:nvPr/>
            </p:nvSpPr>
            <p:spPr bwMode="auto">
              <a:xfrm>
                <a:off x="2400"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10</a:t>
                </a:r>
              </a:p>
            </p:txBody>
          </p:sp>
          <p:sp>
            <p:nvSpPr>
              <p:cNvPr id="230513" name="Rectangle 113"/>
              <p:cNvSpPr>
                <a:spLocks noChangeArrowheads="1"/>
              </p:cNvSpPr>
              <p:nvPr/>
            </p:nvSpPr>
            <p:spPr bwMode="auto">
              <a:xfrm>
                <a:off x="2016"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E</a:t>
                </a:r>
              </a:p>
            </p:txBody>
          </p:sp>
          <p:sp>
            <p:nvSpPr>
              <p:cNvPr id="230514" name="Rectangle 114"/>
              <p:cNvSpPr>
                <a:spLocks noChangeArrowheads="1"/>
              </p:cNvSpPr>
              <p:nvPr/>
            </p:nvSpPr>
            <p:spPr bwMode="auto">
              <a:xfrm>
                <a:off x="2400"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30515" name="Rectangle 115"/>
              <p:cNvSpPr>
                <a:spLocks noChangeArrowheads="1"/>
              </p:cNvSpPr>
              <p:nvPr/>
            </p:nvSpPr>
            <p:spPr bwMode="auto">
              <a:xfrm>
                <a:off x="2016"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9</a:t>
                </a:r>
              </a:p>
            </p:txBody>
          </p:sp>
          <p:sp>
            <p:nvSpPr>
              <p:cNvPr id="230516" name="Line 116"/>
              <p:cNvSpPr>
                <a:spLocks noChangeShapeType="1"/>
              </p:cNvSpPr>
              <p:nvPr/>
            </p:nvSpPr>
            <p:spPr bwMode="auto">
              <a:xfrm>
                <a:off x="2016" y="288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17" name="Line 117"/>
              <p:cNvSpPr>
                <a:spLocks noChangeShapeType="1"/>
              </p:cNvSpPr>
              <p:nvPr/>
            </p:nvSpPr>
            <p:spPr bwMode="auto">
              <a:xfrm>
                <a:off x="2016" y="312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18" name="Line 118"/>
              <p:cNvSpPr>
                <a:spLocks noChangeShapeType="1"/>
              </p:cNvSpPr>
              <p:nvPr/>
            </p:nvSpPr>
            <p:spPr bwMode="auto">
              <a:xfrm>
                <a:off x="2016" y="332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19" name="Line 119"/>
              <p:cNvSpPr>
                <a:spLocks noChangeShapeType="1"/>
              </p:cNvSpPr>
              <p:nvPr/>
            </p:nvSpPr>
            <p:spPr bwMode="auto">
              <a:xfrm>
                <a:off x="2016" y="356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20" name="Line 120"/>
              <p:cNvSpPr>
                <a:spLocks noChangeShapeType="1"/>
              </p:cNvSpPr>
              <p:nvPr/>
            </p:nvSpPr>
            <p:spPr bwMode="auto">
              <a:xfrm>
                <a:off x="2016"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21" name="Line 121"/>
              <p:cNvSpPr>
                <a:spLocks noChangeShapeType="1"/>
              </p:cNvSpPr>
              <p:nvPr/>
            </p:nvSpPr>
            <p:spPr bwMode="auto">
              <a:xfrm>
                <a:off x="2400" y="288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22" name="Line 122"/>
              <p:cNvSpPr>
                <a:spLocks noChangeShapeType="1"/>
              </p:cNvSpPr>
              <p:nvPr/>
            </p:nvSpPr>
            <p:spPr bwMode="auto">
              <a:xfrm>
                <a:off x="2784"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30523" name="Group 123"/>
            <p:cNvGrpSpPr>
              <a:grpSpLocks/>
            </p:cNvGrpSpPr>
            <p:nvPr/>
          </p:nvGrpSpPr>
          <p:grpSpPr bwMode="auto">
            <a:xfrm>
              <a:off x="2976" y="1392"/>
              <a:ext cx="768" cy="689"/>
              <a:chOff x="2976" y="1392"/>
              <a:chExt cx="768" cy="689"/>
            </a:xfrm>
          </p:grpSpPr>
          <p:sp>
            <p:nvSpPr>
              <p:cNvPr id="230524" name="Rectangle 124"/>
              <p:cNvSpPr>
                <a:spLocks noChangeArrowheads="1"/>
              </p:cNvSpPr>
              <p:nvPr/>
            </p:nvSpPr>
            <p:spPr bwMode="auto">
              <a:xfrm>
                <a:off x="3360"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21</a:t>
                </a:r>
              </a:p>
            </p:txBody>
          </p:sp>
          <p:sp>
            <p:nvSpPr>
              <p:cNvPr id="230525" name="Rectangle 125"/>
              <p:cNvSpPr>
                <a:spLocks noChangeArrowheads="1"/>
              </p:cNvSpPr>
              <p:nvPr/>
            </p:nvSpPr>
            <p:spPr bwMode="auto">
              <a:xfrm>
                <a:off x="2976"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30526" name="Rectangle 126"/>
              <p:cNvSpPr>
                <a:spLocks noChangeArrowheads="1"/>
              </p:cNvSpPr>
              <p:nvPr/>
            </p:nvSpPr>
            <p:spPr bwMode="auto">
              <a:xfrm>
                <a:off x="3360" y="164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2</a:t>
                </a:r>
              </a:p>
            </p:txBody>
          </p:sp>
          <p:sp>
            <p:nvSpPr>
              <p:cNvPr id="230527" name="Rectangle 127"/>
              <p:cNvSpPr>
                <a:spLocks noChangeArrowheads="1"/>
              </p:cNvSpPr>
              <p:nvPr/>
            </p:nvSpPr>
            <p:spPr bwMode="auto">
              <a:xfrm>
                <a:off x="2976" y="164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F</a:t>
                </a:r>
              </a:p>
            </p:txBody>
          </p:sp>
          <p:sp>
            <p:nvSpPr>
              <p:cNvPr id="230528" name="Rectangle 128"/>
              <p:cNvSpPr>
                <a:spLocks noChangeArrowheads="1"/>
              </p:cNvSpPr>
              <p:nvPr/>
            </p:nvSpPr>
            <p:spPr bwMode="auto">
              <a:xfrm>
                <a:off x="3360"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21</a:t>
                </a:r>
              </a:p>
            </p:txBody>
          </p:sp>
          <p:sp>
            <p:nvSpPr>
              <p:cNvPr id="230529" name="Rectangle 129"/>
              <p:cNvSpPr>
                <a:spLocks noChangeArrowheads="1"/>
              </p:cNvSpPr>
              <p:nvPr/>
            </p:nvSpPr>
            <p:spPr bwMode="auto">
              <a:xfrm>
                <a:off x="2976"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30530" name="Line 130"/>
              <p:cNvSpPr>
                <a:spLocks noChangeShapeType="1"/>
              </p:cNvSpPr>
              <p:nvPr/>
            </p:nvSpPr>
            <p:spPr bwMode="auto">
              <a:xfrm>
                <a:off x="2976" y="139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31" name="Line 131"/>
              <p:cNvSpPr>
                <a:spLocks noChangeShapeType="1"/>
              </p:cNvSpPr>
              <p:nvPr/>
            </p:nvSpPr>
            <p:spPr bwMode="auto">
              <a:xfrm>
                <a:off x="2976" y="164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32" name="Line 132"/>
              <p:cNvSpPr>
                <a:spLocks noChangeShapeType="1"/>
              </p:cNvSpPr>
              <p:nvPr/>
            </p:nvSpPr>
            <p:spPr bwMode="auto">
              <a:xfrm>
                <a:off x="2976" y="183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33" name="Line 133"/>
              <p:cNvSpPr>
                <a:spLocks noChangeShapeType="1"/>
              </p:cNvSpPr>
              <p:nvPr/>
            </p:nvSpPr>
            <p:spPr bwMode="auto">
              <a:xfrm>
                <a:off x="2976" y="208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34" name="Line 134"/>
              <p:cNvSpPr>
                <a:spLocks noChangeShapeType="1"/>
              </p:cNvSpPr>
              <p:nvPr/>
            </p:nvSpPr>
            <p:spPr bwMode="auto">
              <a:xfrm>
                <a:off x="2976"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35" name="Line 135"/>
              <p:cNvSpPr>
                <a:spLocks noChangeShapeType="1"/>
              </p:cNvSpPr>
              <p:nvPr/>
            </p:nvSpPr>
            <p:spPr bwMode="auto">
              <a:xfrm>
                <a:off x="3360" y="139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36" name="Line 136"/>
              <p:cNvSpPr>
                <a:spLocks noChangeShapeType="1"/>
              </p:cNvSpPr>
              <p:nvPr/>
            </p:nvSpPr>
            <p:spPr bwMode="auto">
              <a:xfrm>
                <a:off x="3744"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30537" name="AutoShape 137"/>
            <p:cNvCxnSpPr>
              <a:cxnSpLocks noChangeShapeType="1"/>
              <a:stCxn id="230479" idx="1"/>
              <a:endCxn id="230493" idx="0"/>
            </p:cNvCxnSpPr>
            <p:nvPr/>
          </p:nvCxnSpPr>
          <p:spPr bwMode="auto">
            <a:xfrm>
              <a:off x="480" y="1889"/>
              <a:ext cx="48" cy="175"/>
            </a:xfrm>
            <a:prstGeom prst="straightConnector1">
              <a:avLst/>
            </a:prstGeom>
            <a:noFill/>
            <a:ln w="9525">
              <a:solidFill>
                <a:schemeClr val="tx1"/>
              </a:solidFill>
              <a:round/>
              <a:headEnd/>
              <a:tailEnd type="triangle" w="med" len="med"/>
            </a:ln>
            <a:effectLst/>
          </p:spPr>
        </p:cxnSp>
        <p:cxnSp>
          <p:nvCxnSpPr>
            <p:cNvPr id="230538" name="AutoShape 138"/>
            <p:cNvCxnSpPr>
              <a:cxnSpLocks noChangeShapeType="1"/>
              <a:stCxn id="230484" idx="3"/>
              <a:endCxn id="230505" idx="0"/>
            </p:cNvCxnSpPr>
            <p:nvPr/>
          </p:nvCxnSpPr>
          <p:spPr bwMode="auto">
            <a:xfrm flipV="1">
              <a:off x="912" y="1832"/>
              <a:ext cx="96" cy="577"/>
            </a:xfrm>
            <a:prstGeom prst="straightConnector1">
              <a:avLst/>
            </a:prstGeom>
            <a:noFill/>
            <a:ln w="9525">
              <a:solidFill>
                <a:schemeClr val="tx1"/>
              </a:solidFill>
              <a:round/>
              <a:headEnd/>
              <a:tailEnd type="triangle" w="med" len="med"/>
            </a:ln>
            <a:effectLst/>
          </p:spPr>
        </p:cxnSp>
        <p:cxnSp>
          <p:nvCxnSpPr>
            <p:cNvPr id="230539" name="AutoShape 139"/>
            <p:cNvCxnSpPr>
              <a:cxnSpLocks noChangeShapeType="1"/>
              <a:stCxn id="230498" idx="3"/>
              <a:endCxn id="230520" idx="0"/>
            </p:cNvCxnSpPr>
            <p:nvPr/>
          </p:nvCxnSpPr>
          <p:spPr bwMode="auto">
            <a:xfrm>
              <a:off x="1776" y="1497"/>
              <a:ext cx="240" cy="1374"/>
            </a:xfrm>
            <a:prstGeom prst="straightConnector1">
              <a:avLst/>
            </a:prstGeom>
            <a:noFill/>
            <a:ln w="9525">
              <a:solidFill>
                <a:schemeClr val="tx1"/>
              </a:solidFill>
              <a:round/>
              <a:headEnd/>
              <a:tailEnd type="triangle" w="med" len="med"/>
            </a:ln>
            <a:effectLst/>
          </p:spPr>
        </p:cxnSp>
        <p:cxnSp>
          <p:nvCxnSpPr>
            <p:cNvPr id="230540" name="AutoShape 140"/>
            <p:cNvCxnSpPr>
              <a:cxnSpLocks noChangeShapeType="1"/>
              <a:stCxn id="230512" idx="3"/>
              <a:endCxn id="230527" idx="1"/>
            </p:cNvCxnSpPr>
            <p:nvPr/>
          </p:nvCxnSpPr>
          <p:spPr bwMode="auto">
            <a:xfrm flipV="1">
              <a:off x="2784" y="1737"/>
              <a:ext cx="192" cy="1488"/>
            </a:xfrm>
            <a:prstGeom prst="straightConnector1">
              <a:avLst/>
            </a:prstGeom>
            <a:noFill/>
            <a:ln w="9525">
              <a:solidFill>
                <a:schemeClr val="tx1"/>
              </a:solidFill>
              <a:round/>
              <a:headEnd/>
              <a:tailEnd type="triangle" w="med" len="med"/>
            </a:ln>
            <a:effectLst/>
          </p:spPr>
        </p:cxnSp>
        <p:cxnSp>
          <p:nvCxnSpPr>
            <p:cNvPr id="230541" name="AutoShape 141"/>
            <p:cNvCxnSpPr>
              <a:cxnSpLocks noChangeShapeType="1"/>
              <a:stCxn id="230526" idx="3"/>
              <a:endCxn id="230546" idx="1"/>
            </p:cNvCxnSpPr>
            <p:nvPr/>
          </p:nvCxnSpPr>
          <p:spPr bwMode="auto">
            <a:xfrm flipV="1">
              <a:off x="3744" y="1209"/>
              <a:ext cx="192" cy="528"/>
            </a:xfrm>
            <a:prstGeom prst="straightConnector1">
              <a:avLst/>
            </a:prstGeom>
            <a:noFill/>
            <a:ln w="9525">
              <a:solidFill>
                <a:schemeClr val="tx1"/>
              </a:solidFill>
              <a:round/>
              <a:headEnd/>
              <a:tailEnd type="triangle" w="med" len="med"/>
            </a:ln>
            <a:effectLst/>
          </p:spPr>
        </p:cxnSp>
        <p:grpSp>
          <p:nvGrpSpPr>
            <p:cNvPr id="230542" name="Group 142"/>
            <p:cNvGrpSpPr>
              <a:grpSpLocks/>
            </p:cNvGrpSpPr>
            <p:nvPr/>
          </p:nvGrpSpPr>
          <p:grpSpPr bwMode="auto">
            <a:xfrm>
              <a:off x="3936" y="864"/>
              <a:ext cx="1680" cy="1025"/>
              <a:chOff x="3936" y="864"/>
              <a:chExt cx="1680" cy="1025"/>
            </a:xfrm>
          </p:grpSpPr>
          <p:sp>
            <p:nvSpPr>
              <p:cNvPr id="230543" name="Rectangle 143"/>
              <p:cNvSpPr>
                <a:spLocks noChangeArrowheads="1"/>
              </p:cNvSpPr>
              <p:nvPr/>
            </p:nvSpPr>
            <p:spPr bwMode="auto">
              <a:xfrm>
                <a:off x="4320"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29</a:t>
                </a:r>
              </a:p>
            </p:txBody>
          </p:sp>
          <p:sp>
            <p:nvSpPr>
              <p:cNvPr id="230544" name="Rectangle 144"/>
              <p:cNvSpPr>
                <a:spLocks noChangeArrowheads="1"/>
              </p:cNvSpPr>
              <p:nvPr/>
            </p:nvSpPr>
            <p:spPr bwMode="auto">
              <a:xfrm>
                <a:off x="3936"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21</a:t>
                </a:r>
              </a:p>
            </p:txBody>
          </p:sp>
          <p:sp>
            <p:nvSpPr>
              <p:cNvPr id="230545" name="Rectangle 145"/>
              <p:cNvSpPr>
                <a:spLocks noChangeArrowheads="1"/>
              </p:cNvSpPr>
              <p:nvPr/>
            </p:nvSpPr>
            <p:spPr bwMode="auto">
              <a:xfrm>
                <a:off x="4320"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8</a:t>
                </a:r>
              </a:p>
            </p:txBody>
          </p:sp>
          <p:sp>
            <p:nvSpPr>
              <p:cNvPr id="230546" name="Rectangle 146"/>
              <p:cNvSpPr>
                <a:spLocks noChangeArrowheads="1"/>
              </p:cNvSpPr>
              <p:nvPr/>
            </p:nvSpPr>
            <p:spPr bwMode="auto">
              <a:xfrm>
                <a:off x="3936"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I</a:t>
                </a:r>
              </a:p>
            </p:txBody>
          </p:sp>
          <p:sp>
            <p:nvSpPr>
              <p:cNvPr id="230547" name="Rectangle 147"/>
              <p:cNvSpPr>
                <a:spLocks noChangeArrowheads="1"/>
              </p:cNvSpPr>
              <p:nvPr/>
            </p:nvSpPr>
            <p:spPr bwMode="auto">
              <a:xfrm>
                <a:off x="4320"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29</a:t>
                </a:r>
              </a:p>
            </p:txBody>
          </p:sp>
          <p:sp>
            <p:nvSpPr>
              <p:cNvPr id="230548" name="Rectangle 148"/>
              <p:cNvSpPr>
                <a:spLocks noChangeArrowheads="1"/>
              </p:cNvSpPr>
              <p:nvPr/>
            </p:nvSpPr>
            <p:spPr bwMode="auto">
              <a:xfrm>
                <a:off x="3936"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21</a:t>
                </a:r>
              </a:p>
            </p:txBody>
          </p:sp>
          <p:sp>
            <p:nvSpPr>
              <p:cNvPr id="230549" name="Line 149"/>
              <p:cNvSpPr>
                <a:spLocks noChangeShapeType="1"/>
              </p:cNvSpPr>
              <p:nvPr/>
            </p:nvSpPr>
            <p:spPr bwMode="auto">
              <a:xfrm>
                <a:off x="3936" y="8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50" name="Line 150"/>
              <p:cNvSpPr>
                <a:spLocks noChangeShapeType="1"/>
              </p:cNvSpPr>
              <p:nvPr/>
            </p:nvSpPr>
            <p:spPr bwMode="auto">
              <a:xfrm>
                <a:off x="3936" y="11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51" name="Line 151"/>
              <p:cNvSpPr>
                <a:spLocks noChangeShapeType="1"/>
              </p:cNvSpPr>
              <p:nvPr/>
            </p:nvSpPr>
            <p:spPr bwMode="auto">
              <a:xfrm>
                <a:off x="3936" y="13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52" name="Line 152"/>
              <p:cNvSpPr>
                <a:spLocks noChangeShapeType="1"/>
              </p:cNvSpPr>
              <p:nvPr/>
            </p:nvSpPr>
            <p:spPr bwMode="auto">
              <a:xfrm>
                <a:off x="3936" y="15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53" name="Line 153"/>
              <p:cNvSpPr>
                <a:spLocks noChangeShapeType="1"/>
              </p:cNvSpPr>
              <p:nvPr/>
            </p:nvSpPr>
            <p:spPr bwMode="auto">
              <a:xfrm>
                <a:off x="3936"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54" name="Line 154"/>
              <p:cNvSpPr>
                <a:spLocks noChangeShapeType="1"/>
              </p:cNvSpPr>
              <p:nvPr/>
            </p:nvSpPr>
            <p:spPr bwMode="auto">
              <a:xfrm>
                <a:off x="4320" y="8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55" name="Line 155"/>
              <p:cNvSpPr>
                <a:spLocks noChangeShapeType="1"/>
              </p:cNvSpPr>
              <p:nvPr/>
            </p:nvSpPr>
            <p:spPr bwMode="auto">
              <a:xfrm>
                <a:off x="4704"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nvGrpSpPr>
              <p:cNvPr id="230556" name="Group 156"/>
              <p:cNvGrpSpPr>
                <a:grpSpLocks/>
              </p:cNvGrpSpPr>
              <p:nvPr/>
            </p:nvGrpSpPr>
            <p:grpSpPr bwMode="auto">
              <a:xfrm>
                <a:off x="4848" y="1200"/>
                <a:ext cx="768" cy="689"/>
                <a:chOff x="4848" y="1200"/>
                <a:chExt cx="768" cy="689"/>
              </a:xfrm>
            </p:grpSpPr>
            <p:sp>
              <p:nvSpPr>
                <p:cNvPr id="230557" name="Rectangle 157"/>
                <p:cNvSpPr>
                  <a:spLocks noChangeArrowheads="1"/>
                </p:cNvSpPr>
                <p:nvPr/>
              </p:nvSpPr>
              <p:spPr bwMode="auto">
                <a:xfrm>
                  <a:off x="5232"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29</a:t>
                  </a:r>
                </a:p>
              </p:txBody>
            </p:sp>
            <p:sp>
              <p:nvSpPr>
                <p:cNvPr id="230558" name="Rectangle 158"/>
                <p:cNvSpPr>
                  <a:spLocks noChangeArrowheads="1"/>
                </p:cNvSpPr>
                <p:nvPr/>
              </p:nvSpPr>
              <p:spPr bwMode="auto">
                <a:xfrm>
                  <a:off x="4848"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29</a:t>
                  </a:r>
                </a:p>
              </p:txBody>
            </p:sp>
            <p:sp>
              <p:nvSpPr>
                <p:cNvPr id="230559" name="Rectangle 159"/>
                <p:cNvSpPr>
                  <a:spLocks noChangeArrowheads="1"/>
                </p:cNvSpPr>
                <p:nvPr/>
              </p:nvSpPr>
              <p:spPr bwMode="auto">
                <a:xfrm>
                  <a:off x="5232"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30560" name="Rectangle 160"/>
                <p:cNvSpPr>
                  <a:spLocks noChangeArrowheads="1"/>
                </p:cNvSpPr>
                <p:nvPr/>
              </p:nvSpPr>
              <p:spPr bwMode="auto">
                <a:xfrm>
                  <a:off x="4848"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FIN</a:t>
                  </a:r>
                </a:p>
              </p:txBody>
            </p:sp>
            <p:sp>
              <p:nvSpPr>
                <p:cNvPr id="230561" name="Rectangle 161"/>
                <p:cNvSpPr>
                  <a:spLocks noChangeArrowheads="1"/>
                </p:cNvSpPr>
                <p:nvPr/>
              </p:nvSpPr>
              <p:spPr bwMode="auto">
                <a:xfrm>
                  <a:off x="5232"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29</a:t>
                  </a:r>
                </a:p>
              </p:txBody>
            </p:sp>
            <p:sp>
              <p:nvSpPr>
                <p:cNvPr id="230562" name="Rectangle 162"/>
                <p:cNvSpPr>
                  <a:spLocks noChangeArrowheads="1"/>
                </p:cNvSpPr>
                <p:nvPr/>
              </p:nvSpPr>
              <p:spPr bwMode="auto">
                <a:xfrm>
                  <a:off x="4848"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29</a:t>
                  </a:r>
                </a:p>
              </p:txBody>
            </p:sp>
            <p:sp>
              <p:nvSpPr>
                <p:cNvPr id="230563" name="Line 163"/>
                <p:cNvSpPr>
                  <a:spLocks noChangeShapeType="1"/>
                </p:cNvSpPr>
                <p:nvPr/>
              </p:nvSpPr>
              <p:spPr bwMode="auto">
                <a:xfrm>
                  <a:off x="4848"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64" name="Line 164"/>
                <p:cNvSpPr>
                  <a:spLocks noChangeShapeType="1"/>
                </p:cNvSpPr>
                <p:nvPr/>
              </p:nvSpPr>
              <p:spPr bwMode="auto">
                <a:xfrm>
                  <a:off x="4848"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65" name="Line 165"/>
                <p:cNvSpPr>
                  <a:spLocks noChangeShapeType="1"/>
                </p:cNvSpPr>
                <p:nvPr/>
              </p:nvSpPr>
              <p:spPr bwMode="auto">
                <a:xfrm>
                  <a:off x="4848"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66" name="Line 166"/>
                <p:cNvSpPr>
                  <a:spLocks noChangeShapeType="1"/>
                </p:cNvSpPr>
                <p:nvPr/>
              </p:nvSpPr>
              <p:spPr bwMode="auto">
                <a:xfrm>
                  <a:off x="4848"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67" name="Line 167"/>
                <p:cNvSpPr>
                  <a:spLocks noChangeShapeType="1"/>
                </p:cNvSpPr>
                <p:nvPr/>
              </p:nvSpPr>
              <p:spPr bwMode="auto">
                <a:xfrm>
                  <a:off x="4848"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0568" name="Line 168"/>
                <p:cNvSpPr>
                  <a:spLocks noChangeShapeType="1"/>
                </p:cNvSpPr>
                <p:nvPr/>
              </p:nvSpPr>
              <p:spPr bwMode="auto">
                <a:xfrm>
                  <a:off x="5232"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0569" name="Line 169"/>
                <p:cNvSpPr>
                  <a:spLocks noChangeShapeType="1"/>
                </p:cNvSpPr>
                <p:nvPr/>
              </p:nvSpPr>
              <p:spPr bwMode="auto">
                <a:xfrm>
                  <a:off x="561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30570" name="AutoShape 170"/>
              <p:cNvCxnSpPr>
                <a:cxnSpLocks noChangeShapeType="1"/>
                <a:stCxn id="230545" idx="3"/>
                <a:endCxn id="230560" idx="1"/>
              </p:cNvCxnSpPr>
              <p:nvPr/>
            </p:nvCxnSpPr>
            <p:spPr bwMode="auto">
              <a:xfrm>
                <a:off x="4704" y="1209"/>
                <a:ext cx="144" cy="336"/>
              </a:xfrm>
              <a:prstGeom prst="straightConnector1">
                <a:avLst/>
              </a:prstGeom>
              <a:noFill/>
              <a:ln w="9525">
                <a:solidFill>
                  <a:schemeClr val="tx1"/>
                </a:solidFill>
                <a:round/>
                <a:headEnd/>
                <a:tailEnd type="triangle" w="med" len="med"/>
              </a:ln>
              <a:effectLst/>
            </p:spPr>
          </p:cxnSp>
        </p:grpSp>
      </p:grpSp>
      <p:cxnSp>
        <p:nvCxnSpPr>
          <p:cNvPr id="230571" name="AutoShape 171"/>
          <p:cNvCxnSpPr>
            <a:cxnSpLocks noChangeShapeType="1"/>
            <a:stCxn id="0" idx="3"/>
            <a:endCxn id="230560" idx="1"/>
          </p:cNvCxnSpPr>
          <p:nvPr/>
        </p:nvCxnSpPr>
        <p:spPr bwMode="auto">
          <a:xfrm flipV="1">
            <a:off x="7696200" y="2605088"/>
            <a:ext cx="152400" cy="1371600"/>
          </a:xfrm>
          <a:prstGeom prst="straightConnector1">
            <a:avLst/>
          </a:prstGeom>
          <a:noFill/>
          <a:ln w="9525">
            <a:solidFill>
              <a:schemeClr val="tx1"/>
            </a:solidFill>
            <a:round/>
            <a:headEnd/>
            <a:tailEnd type="triangle" w="med" len="med"/>
          </a:ln>
          <a:effectLst/>
        </p:spPr>
      </p:cxnSp>
      <p:sp>
        <p:nvSpPr>
          <p:cNvPr id="230572" name="Freeform 172"/>
          <p:cNvSpPr>
            <a:spLocks/>
          </p:cNvSpPr>
          <p:nvPr/>
        </p:nvSpPr>
        <p:spPr bwMode="auto">
          <a:xfrm>
            <a:off x="804863" y="2141538"/>
            <a:ext cx="8026400" cy="3133725"/>
          </a:xfrm>
          <a:custGeom>
            <a:avLst/>
            <a:gdLst/>
            <a:ahLst/>
            <a:cxnLst>
              <a:cxn ang="0">
                <a:pos x="119" y="557"/>
              </a:cxn>
              <a:cxn ang="0">
                <a:pos x="174" y="886"/>
              </a:cxn>
              <a:cxn ang="0">
                <a:pos x="284" y="1106"/>
              </a:cxn>
              <a:cxn ang="0">
                <a:pos x="485" y="1005"/>
              </a:cxn>
              <a:cxn ang="0">
                <a:pos x="549" y="914"/>
              </a:cxn>
              <a:cxn ang="0">
                <a:pos x="650" y="859"/>
              </a:cxn>
              <a:cxn ang="0">
                <a:pos x="778" y="658"/>
              </a:cxn>
              <a:cxn ang="0">
                <a:pos x="896" y="530"/>
              </a:cxn>
              <a:cxn ang="0">
                <a:pos x="1143" y="438"/>
              </a:cxn>
              <a:cxn ang="0">
                <a:pos x="1290" y="758"/>
              </a:cxn>
              <a:cxn ang="0">
                <a:pos x="1354" y="941"/>
              </a:cxn>
              <a:cxn ang="0">
                <a:pos x="1399" y="1097"/>
              </a:cxn>
              <a:cxn ang="0">
                <a:pos x="1500" y="1472"/>
              </a:cxn>
              <a:cxn ang="0">
                <a:pos x="1628" y="1755"/>
              </a:cxn>
              <a:cxn ang="0">
                <a:pos x="1674" y="1792"/>
              </a:cxn>
              <a:cxn ang="0">
                <a:pos x="1747" y="1856"/>
              </a:cxn>
              <a:cxn ang="0">
                <a:pos x="1939" y="1974"/>
              </a:cxn>
              <a:cxn ang="0">
                <a:pos x="2341" y="1746"/>
              </a:cxn>
              <a:cxn ang="0">
                <a:pos x="2451" y="1600"/>
              </a:cxn>
              <a:cxn ang="0">
                <a:pos x="2533" y="1444"/>
              </a:cxn>
              <a:cxn ang="0">
                <a:pos x="2643" y="1289"/>
              </a:cxn>
              <a:cxn ang="0">
                <a:pos x="2807" y="914"/>
              </a:cxn>
              <a:cxn ang="0">
                <a:pos x="2999" y="676"/>
              </a:cxn>
              <a:cxn ang="0">
                <a:pos x="3237" y="448"/>
              </a:cxn>
              <a:cxn ang="0">
                <a:pos x="3356" y="310"/>
              </a:cxn>
              <a:cxn ang="0">
                <a:pos x="3420" y="228"/>
              </a:cxn>
              <a:cxn ang="0">
                <a:pos x="3639" y="146"/>
              </a:cxn>
              <a:cxn ang="0">
                <a:pos x="4014" y="54"/>
              </a:cxn>
              <a:cxn ang="0">
                <a:pos x="4151" y="54"/>
              </a:cxn>
              <a:cxn ang="0">
                <a:pos x="4453" y="91"/>
              </a:cxn>
              <a:cxn ang="0">
                <a:pos x="4563" y="146"/>
              </a:cxn>
              <a:cxn ang="0">
                <a:pos x="4709" y="228"/>
              </a:cxn>
              <a:cxn ang="0">
                <a:pos x="4846" y="301"/>
              </a:cxn>
              <a:cxn ang="0">
                <a:pos x="4956" y="356"/>
              </a:cxn>
            </a:cxnLst>
            <a:rect l="0" t="0" r="r" b="b"/>
            <a:pathLst>
              <a:path w="5056" h="1974">
                <a:moveTo>
                  <a:pt x="0" y="0"/>
                </a:moveTo>
                <a:cubicBezTo>
                  <a:pt x="16" y="191"/>
                  <a:pt x="82" y="370"/>
                  <a:pt x="119" y="557"/>
                </a:cubicBezTo>
                <a:cubicBezTo>
                  <a:pt x="101" y="647"/>
                  <a:pt x="125" y="750"/>
                  <a:pt x="165" y="832"/>
                </a:cubicBezTo>
                <a:cubicBezTo>
                  <a:pt x="168" y="850"/>
                  <a:pt x="172" y="868"/>
                  <a:pt x="174" y="886"/>
                </a:cubicBezTo>
                <a:cubicBezTo>
                  <a:pt x="178" y="938"/>
                  <a:pt x="175" y="991"/>
                  <a:pt x="183" y="1042"/>
                </a:cubicBezTo>
                <a:cubicBezTo>
                  <a:pt x="187" y="1065"/>
                  <a:pt x="257" y="1097"/>
                  <a:pt x="284" y="1106"/>
                </a:cubicBezTo>
                <a:cubicBezTo>
                  <a:pt x="312" y="1101"/>
                  <a:pt x="345" y="1106"/>
                  <a:pt x="366" y="1088"/>
                </a:cubicBezTo>
                <a:cubicBezTo>
                  <a:pt x="469" y="997"/>
                  <a:pt x="345" y="1059"/>
                  <a:pt x="485" y="1005"/>
                </a:cubicBezTo>
                <a:cubicBezTo>
                  <a:pt x="503" y="987"/>
                  <a:pt x="534" y="975"/>
                  <a:pt x="540" y="950"/>
                </a:cubicBezTo>
                <a:cubicBezTo>
                  <a:pt x="543" y="938"/>
                  <a:pt x="541" y="924"/>
                  <a:pt x="549" y="914"/>
                </a:cubicBezTo>
                <a:cubicBezTo>
                  <a:pt x="555" y="907"/>
                  <a:pt x="567" y="909"/>
                  <a:pt x="576" y="905"/>
                </a:cubicBezTo>
                <a:cubicBezTo>
                  <a:pt x="602" y="894"/>
                  <a:pt x="629" y="878"/>
                  <a:pt x="650" y="859"/>
                </a:cubicBezTo>
                <a:cubicBezTo>
                  <a:pt x="695" y="819"/>
                  <a:pt x="719" y="781"/>
                  <a:pt x="759" y="740"/>
                </a:cubicBezTo>
                <a:cubicBezTo>
                  <a:pt x="768" y="713"/>
                  <a:pt x="765" y="683"/>
                  <a:pt x="778" y="658"/>
                </a:cubicBezTo>
                <a:cubicBezTo>
                  <a:pt x="798" y="618"/>
                  <a:pt x="824" y="624"/>
                  <a:pt x="851" y="594"/>
                </a:cubicBezTo>
                <a:cubicBezTo>
                  <a:pt x="868" y="575"/>
                  <a:pt x="881" y="551"/>
                  <a:pt x="896" y="530"/>
                </a:cubicBezTo>
                <a:cubicBezTo>
                  <a:pt x="902" y="521"/>
                  <a:pt x="1002" y="464"/>
                  <a:pt x="1024" y="457"/>
                </a:cubicBezTo>
                <a:cubicBezTo>
                  <a:pt x="1062" y="419"/>
                  <a:pt x="1090" y="431"/>
                  <a:pt x="1143" y="438"/>
                </a:cubicBezTo>
                <a:cubicBezTo>
                  <a:pt x="1193" y="472"/>
                  <a:pt x="1212" y="527"/>
                  <a:pt x="1244" y="576"/>
                </a:cubicBezTo>
                <a:cubicBezTo>
                  <a:pt x="1254" y="638"/>
                  <a:pt x="1269" y="698"/>
                  <a:pt x="1290" y="758"/>
                </a:cubicBezTo>
                <a:cubicBezTo>
                  <a:pt x="1301" y="790"/>
                  <a:pt x="1302" y="816"/>
                  <a:pt x="1326" y="841"/>
                </a:cubicBezTo>
                <a:cubicBezTo>
                  <a:pt x="1333" y="877"/>
                  <a:pt x="1341" y="907"/>
                  <a:pt x="1354" y="941"/>
                </a:cubicBezTo>
                <a:cubicBezTo>
                  <a:pt x="1357" y="969"/>
                  <a:pt x="1355" y="997"/>
                  <a:pt x="1363" y="1024"/>
                </a:cubicBezTo>
                <a:cubicBezTo>
                  <a:pt x="1371" y="1050"/>
                  <a:pt x="1399" y="1097"/>
                  <a:pt x="1399" y="1097"/>
                </a:cubicBezTo>
                <a:cubicBezTo>
                  <a:pt x="1422" y="1214"/>
                  <a:pt x="1453" y="1322"/>
                  <a:pt x="1491" y="1435"/>
                </a:cubicBezTo>
                <a:cubicBezTo>
                  <a:pt x="1495" y="1447"/>
                  <a:pt x="1497" y="1460"/>
                  <a:pt x="1500" y="1472"/>
                </a:cubicBezTo>
                <a:cubicBezTo>
                  <a:pt x="1503" y="1487"/>
                  <a:pt x="1504" y="1502"/>
                  <a:pt x="1509" y="1517"/>
                </a:cubicBezTo>
                <a:cubicBezTo>
                  <a:pt x="1531" y="1583"/>
                  <a:pt x="1583" y="1704"/>
                  <a:pt x="1628" y="1755"/>
                </a:cubicBezTo>
                <a:cubicBezTo>
                  <a:pt x="1635" y="1763"/>
                  <a:pt x="1647" y="1766"/>
                  <a:pt x="1655" y="1773"/>
                </a:cubicBezTo>
                <a:cubicBezTo>
                  <a:pt x="1662" y="1779"/>
                  <a:pt x="1668" y="1785"/>
                  <a:pt x="1674" y="1792"/>
                </a:cubicBezTo>
                <a:cubicBezTo>
                  <a:pt x="1681" y="1800"/>
                  <a:pt x="1684" y="1812"/>
                  <a:pt x="1692" y="1819"/>
                </a:cubicBezTo>
                <a:cubicBezTo>
                  <a:pt x="1709" y="1834"/>
                  <a:pt x="1730" y="1842"/>
                  <a:pt x="1747" y="1856"/>
                </a:cubicBezTo>
                <a:cubicBezTo>
                  <a:pt x="1769" y="1874"/>
                  <a:pt x="1778" y="1905"/>
                  <a:pt x="1802" y="1920"/>
                </a:cubicBezTo>
                <a:cubicBezTo>
                  <a:pt x="1825" y="1934"/>
                  <a:pt x="1913" y="1965"/>
                  <a:pt x="1939" y="1974"/>
                </a:cubicBezTo>
                <a:cubicBezTo>
                  <a:pt x="1991" y="1957"/>
                  <a:pt x="2049" y="1949"/>
                  <a:pt x="2103" y="1938"/>
                </a:cubicBezTo>
                <a:cubicBezTo>
                  <a:pt x="2185" y="1876"/>
                  <a:pt x="2262" y="1813"/>
                  <a:pt x="2341" y="1746"/>
                </a:cubicBezTo>
                <a:cubicBezTo>
                  <a:pt x="2366" y="1725"/>
                  <a:pt x="2376" y="1731"/>
                  <a:pt x="2396" y="1700"/>
                </a:cubicBezTo>
                <a:cubicBezTo>
                  <a:pt x="2417" y="1668"/>
                  <a:pt x="2433" y="1633"/>
                  <a:pt x="2451" y="1600"/>
                </a:cubicBezTo>
                <a:cubicBezTo>
                  <a:pt x="2468" y="1569"/>
                  <a:pt x="2495" y="1542"/>
                  <a:pt x="2506" y="1508"/>
                </a:cubicBezTo>
                <a:cubicBezTo>
                  <a:pt x="2512" y="1490"/>
                  <a:pt x="2521" y="1458"/>
                  <a:pt x="2533" y="1444"/>
                </a:cubicBezTo>
                <a:cubicBezTo>
                  <a:pt x="2552" y="1420"/>
                  <a:pt x="2582" y="1408"/>
                  <a:pt x="2606" y="1389"/>
                </a:cubicBezTo>
                <a:cubicBezTo>
                  <a:pt x="2623" y="1356"/>
                  <a:pt x="2628" y="1322"/>
                  <a:pt x="2643" y="1289"/>
                </a:cubicBezTo>
                <a:cubicBezTo>
                  <a:pt x="2731" y="1089"/>
                  <a:pt x="2700" y="1141"/>
                  <a:pt x="2798" y="1014"/>
                </a:cubicBezTo>
                <a:cubicBezTo>
                  <a:pt x="2801" y="981"/>
                  <a:pt x="2798" y="946"/>
                  <a:pt x="2807" y="914"/>
                </a:cubicBezTo>
                <a:cubicBezTo>
                  <a:pt x="2829" y="836"/>
                  <a:pt x="2925" y="790"/>
                  <a:pt x="2963" y="731"/>
                </a:cubicBezTo>
                <a:cubicBezTo>
                  <a:pt x="2975" y="713"/>
                  <a:pt x="2983" y="691"/>
                  <a:pt x="2999" y="676"/>
                </a:cubicBezTo>
                <a:cubicBezTo>
                  <a:pt x="3020" y="656"/>
                  <a:pt x="3072" y="630"/>
                  <a:pt x="3072" y="630"/>
                </a:cubicBezTo>
                <a:cubicBezTo>
                  <a:pt x="3108" y="562"/>
                  <a:pt x="3167" y="482"/>
                  <a:pt x="3237" y="448"/>
                </a:cubicBezTo>
                <a:cubicBezTo>
                  <a:pt x="3243" y="430"/>
                  <a:pt x="3239" y="404"/>
                  <a:pt x="3255" y="393"/>
                </a:cubicBezTo>
                <a:cubicBezTo>
                  <a:pt x="3291" y="368"/>
                  <a:pt x="3322" y="338"/>
                  <a:pt x="3356" y="310"/>
                </a:cubicBezTo>
                <a:cubicBezTo>
                  <a:pt x="3377" y="246"/>
                  <a:pt x="3345" y="322"/>
                  <a:pt x="3402" y="265"/>
                </a:cubicBezTo>
                <a:cubicBezTo>
                  <a:pt x="3412" y="255"/>
                  <a:pt x="3410" y="237"/>
                  <a:pt x="3420" y="228"/>
                </a:cubicBezTo>
                <a:cubicBezTo>
                  <a:pt x="3431" y="219"/>
                  <a:pt x="3501" y="201"/>
                  <a:pt x="3520" y="192"/>
                </a:cubicBezTo>
                <a:cubicBezTo>
                  <a:pt x="3559" y="174"/>
                  <a:pt x="3604" y="163"/>
                  <a:pt x="3639" y="146"/>
                </a:cubicBezTo>
                <a:cubicBezTo>
                  <a:pt x="3684" y="124"/>
                  <a:pt x="3736" y="82"/>
                  <a:pt x="3786" y="73"/>
                </a:cubicBezTo>
                <a:cubicBezTo>
                  <a:pt x="3861" y="60"/>
                  <a:pt x="3938" y="61"/>
                  <a:pt x="4014" y="54"/>
                </a:cubicBezTo>
                <a:cubicBezTo>
                  <a:pt x="4045" y="57"/>
                  <a:pt x="4075" y="64"/>
                  <a:pt x="4106" y="64"/>
                </a:cubicBezTo>
                <a:cubicBezTo>
                  <a:pt x="4121" y="64"/>
                  <a:pt x="4136" y="54"/>
                  <a:pt x="4151" y="54"/>
                </a:cubicBezTo>
                <a:cubicBezTo>
                  <a:pt x="4167" y="54"/>
                  <a:pt x="4181" y="62"/>
                  <a:pt x="4197" y="64"/>
                </a:cubicBezTo>
                <a:cubicBezTo>
                  <a:pt x="4282" y="74"/>
                  <a:pt x="4368" y="80"/>
                  <a:pt x="4453" y="91"/>
                </a:cubicBezTo>
                <a:cubicBezTo>
                  <a:pt x="4480" y="100"/>
                  <a:pt x="4508" y="109"/>
                  <a:pt x="4535" y="118"/>
                </a:cubicBezTo>
                <a:cubicBezTo>
                  <a:pt x="4548" y="122"/>
                  <a:pt x="4552" y="139"/>
                  <a:pt x="4563" y="146"/>
                </a:cubicBezTo>
                <a:cubicBezTo>
                  <a:pt x="4571" y="151"/>
                  <a:pt x="4581" y="152"/>
                  <a:pt x="4590" y="155"/>
                </a:cubicBezTo>
                <a:cubicBezTo>
                  <a:pt x="4628" y="193"/>
                  <a:pt x="4657" y="211"/>
                  <a:pt x="4709" y="228"/>
                </a:cubicBezTo>
                <a:cubicBezTo>
                  <a:pt x="4745" y="240"/>
                  <a:pt x="4756" y="234"/>
                  <a:pt x="4791" y="256"/>
                </a:cubicBezTo>
                <a:cubicBezTo>
                  <a:pt x="4811" y="269"/>
                  <a:pt x="4826" y="288"/>
                  <a:pt x="4846" y="301"/>
                </a:cubicBezTo>
                <a:cubicBezTo>
                  <a:pt x="4868" y="315"/>
                  <a:pt x="4896" y="316"/>
                  <a:pt x="4919" y="329"/>
                </a:cubicBezTo>
                <a:cubicBezTo>
                  <a:pt x="4932" y="336"/>
                  <a:pt x="4942" y="349"/>
                  <a:pt x="4956" y="356"/>
                </a:cubicBezTo>
                <a:cubicBezTo>
                  <a:pt x="5050" y="403"/>
                  <a:pt x="5034" y="421"/>
                  <a:pt x="5056" y="374"/>
                </a:cubicBezTo>
              </a:path>
            </a:pathLst>
          </a:custGeom>
          <a:noFill/>
          <a:ln w="38100" cap="flat" cmpd="sng">
            <a:solidFill>
              <a:srgbClr val="FF3300"/>
            </a:solidFill>
            <a:prstDash val="solid"/>
            <a:round/>
            <a:headEnd/>
            <a:tailEnd/>
          </a:ln>
          <a:effectLst/>
        </p:spPr>
        <p:txBody>
          <a:bodyPr wrap="none" anchor="ctr">
            <a:prstTxWarp prst="textNoShape">
              <a:avLst/>
            </a:prstTxWarp>
          </a:bodyPr>
          <a:lstStyle/>
          <a:p>
            <a:endParaRPr lang="en-US"/>
          </a:p>
        </p:txBody>
      </p:sp>
      <p:sp>
        <p:nvSpPr>
          <p:cNvPr id="230574" name="Text Box 174"/>
          <p:cNvSpPr txBox="1">
            <a:spLocks noChangeArrowheads="1"/>
          </p:cNvSpPr>
          <p:nvPr/>
        </p:nvSpPr>
        <p:spPr bwMode="auto">
          <a:xfrm>
            <a:off x="5000625" y="5108575"/>
            <a:ext cx="3379788" cy="376238"/>
          </a:xfrm>
          <a:prstGeom prst="rect">
            <a:avLst/>
          </a:prstGeom>
          <a:solidFill>
            <a:srgbClr val="FFFF66"/>
          </a:solidFill>
          <a:ln w="9525">
            <a:solidFill>
              <a:schemeClr val="tx1"/>
            </a:solidFill>
            <a:miter lim="800000"/>
            <a:headEnd/>
            <a:tailEnd/>
          </a:ln>
          <a:effectLst>
            <a:outerShdw blurRad="63500" dist="107763" dir="2700000" algn="ctr" rotWithShape="0">
              <a:schemeClr val="bg2">
                <a:alpha val="50000"/>
              </a:schemeClr>
            </a:outerShdw>
          </a:effectLst>
        </p:spPr>
        <p:txBody>
          <a:bodyPr wrap="none">
            <a:prstTxWarp prst="textNoShape">
              <a:avLst/>
            </a:prstTxWarp>
            <a:spAutoFit/>
          </a:bodyPr>
          <a:lstStyle/>
          <a:p>
            <a:r>
              <a:rPr lang="en-US">
                <a:latin typeface="Comic Sans MS" charset="0"/>
              </a:rPr>
              <a:t>Which activity to crash 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3000" tmFilter="0, 0; .2, .5; .8, .5; 1, 0"/>
                                        <p:tgtEl>
                                          <p:spTgt spid="230466"/>
                                        </p:tgtEl>
                                      </p:cBhvr>
                                    </p:animEffect>
                                    <p:animScale>
                                      <p:cBhvr>
                                        <p:cTn id="7" dur="1500" autoRev="1" fill="hold"/>
                                        <p:tgtEl>
                                          <p:spTgt spid="23046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Date Placeholder 3"/>
          <p:cNvSpPr>
            <a:spLocks noGrp="1"/>
          </p:cNvSpPr>
          <p:nvPr>
            <p:ph type="dt" sz="half" idx="10"/>
          </p:nvPr>
        </p:nvSpPr>
        <p:spPr/>
        <p:txBody>
          <a:bodyPr/>
          <a:lstStyle/>
          <a:p>
            <a:fld id="{75C09E91-9DD5-2746-8937-EA44CC72900C}" type="datetime1">
              <a:rPr lang="en-US" smtClean="0"/>
              <a:pPr/>
              <a:t>4/21/25</a:t>
            </a:fld>
            <a:endParaRPr lang="en-US"/>
          </a:p>
        </p:txBody>
      </p:sp>
      <p:sp>
        <p:nvSpPr>
          <p:cNvPr id="176" name="Slide Number Placeholder 5"/>
          <p:cNvSpPr>
            <a:spLocks noGrp="1"/>
          </p:cNvSpPr>
          <p:nvPr>
            <p:ph type="sldNum" sz="quarter" idx="12"/>
          </p:nvPr>
        </p:nvSpPr>
        <p:spPr/>
        <p:txBody>
          <a:bodyPr/>
          <a:lstStyle/>
          <a:p>
            <a:endParaRPr lang="en-US"/>
          </a:p>
          <a:p>
            <a:fld id="{AD390757-0427-1340-86F8-623CDC43DE7C}" type="slidenum">
              <a:rPr lang="en-US"/>
              <a:pPr/>
              <a:t>29</a:t>
            </a:fld>
            <a:endParaRPr lang="en-US"/>
          </a:p>
        </p:txBody>
      </p:sp>
      <p:sp>
        <p:nvSpPr>
          <p:cNvPr id="231426" name="Rectangle 2"/>
          <p:cNvSpPr>
            <a:spLocks noGrp="1" noChangeArrowheads="1"/>
          </p:cNvSpPr>
          <p:nvPr>
            <p:ph type="title"/>
          </p:nvPr>
        </p:nvSpPr>
        <p:spPr/>
        <p:txBody>
          <a:bodyPr/>
          <a:lstStyle/>
          <a:p>
            <a:r>
              <a:rPr lang="en-US"/>
              <a:t>After Crashing Activity F by 1 Week</a:t>
            </a:r>
          </a:p>
        </p:txBody>
      </p:sp>
      <p:graphicFrame>
        <p:nvGraphicFramePr>
          <p:cNvPr id="231427" name="Group 3"/>
          <p:cNvGraphicFramePr>
            <a:graphicFrameLocks noGrp="1"/>
          </p:cNvGraphicFramePr>
          <p:nvPr/>
        </p:nvGraphicFramePr>
        <p:xfrm>
          <a:off x="1828800" y="42672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31441" name="Group 17"/>
          <p:cNvGraphicFramePr>
            <a:graphicFrameLocks noGrp="1"/>
          </p:cNvGraphicFramePr>
          <p:nvPr/>
        </p:nvGraphicFramePr>
        <p:xfrm>
          <a:off x="3352800" y="3048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52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31455" name="Group 31"/>
          <p:cNvGraphicFramePr>
            <a:graphicFrameLocks noGrp="1"/>
          </p:cNvGraphicFramePr>
          <p:nvPr/>
        </p:nvGraphicFramePr>
        <p:xfrm>
          <a:off x="3276600" y="1447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31469" name="Group 45"/>
          <p:cNvGraphicFramePr>
            <a:graphicFrameLocks noGrp="1"/>
          </p:cNvGraphicFramePr>
          <p:nvPr/>
        </p:nvGraphicFramePr>
        <p:xfrm>
          <a:off x="6477000" y="3429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31483" name="AutoShape 59"/>
          <p:cNvCxnSpPr>
            <a:cxnSpLocks noChangeShapeType="1"/>
            <a:stCxn id="231508" idx="3"/>
            <a:endCxn id="0" idx="0"/>
          </p:cNvCxnSpPr>
          <p:nvPr/>
        </p:nvCxnSpPr>
        <p:spPr bwMode="auto">
          <a:xfrm>
            <a:off x="1600200" y="3976688"/>
            <a:ext cx="228600" cy="276225"/>
          </a:xfrm>
          <a:prstGeom prst="straightConnector1">
            <a:avLst/>
          </a:prstGeom>
          <a:noFill/>
          <a:ln w="9525">
            <a:solidFill>
              <a:schemeClr val="tx1"/>
            </a:solidFill>
            <a:round/>
            <a:headEnd/>
            <a:tailEnd type="triangle" w="med" len="med"/>
          </a:ln>
          <a:effectLst/>
        </p:spPr>
      </p:cxnSp>
      <p:cxnSp>
        <p:nvCxnSpPr>
          <p:cNvPr id="231484" name="AutoShape 60"/>
          <p:cNvCxnSpPr>
            <a:cxnSpLocks noChangeShapeType="1"/>
            <a:stCxn id="231522" idx="3"/>
            <a:endCxn id="0" idx="1"/>
          </p:cNvCxnSpPr>
          <p:nvPr/>
        </p:nvCxnSpPr>
        <p:spPr bwMode="auto">
          <a:xfrm flipV="1">
            <a:off x="2971800" y="1995488"/>
            <a:ext cx="304800" cy="533400"/>
          </a:xfrm>
          <a:prstGeom prst="straightConnector1">
            <a:avLst/>
          </a:prstGeom>
          <a:noFill/>
          <a:ln w="9525">
            <a:solidFill>
              <a:schemeClr val="tx1"/>
            </a:solidFill>
            <a:round/>
            <a:headEnd/>
            <a:tailEnd type="triangle" w="med" len="med"/>
          </a:ln>
          <a:effectLst/>
        </p:spPr>
      </p:cxnSp>
      <p:cxnSp>
        <p:nvCxnSpPr>
          <p:cNvPr id="231485" name="AutoShape 61"/>
          <p:cNvCxnSpPr>
            <a:cxnSpLocks noChangeShapeType="1"/>
            <a:stCxn id="231522" idx="3"/>
            <a:endCxn id="0" idx="1"/>
          </p:cNvCxnSpPr>
          <p:nvPr/>
        </p:nvCxnSpPr>
        <p:spPr bwMode="auto">
          <a:xfrm>
            <a:off x="2971800" y="2528888"/>
            <a:ext cx="381000" cy="1066800"/>
          </a:xfrm>
          <a:prstGeom prst="straightConnector1">
            <a:avLst/>
          </a:prstGeom>
          <a:noFill/>
          <a:ln w="9525">
            <a:solidFill>
              <a:schemeClr val="tx1"/>
            </a:solidFill>
            <a:round/>
            <a:headEnd/>
            <a:tailEnd type="triangle" w="med" len="med"/>
          </a:ln>
          <a:effectLst/>
        </p:spPr>
      </p:cxnSp>
      <p:cxnSp>
        <p:nvCxnSpPr>
          <p:cNvPr id="231486" name="AutoShape 62"/>
          <p:cNvCxnSpPr>
            <a:cxnSpLocks noChangeShapeType="1"/>
            <a:stCxn id="0" idx="3"/>
            <a:endCxn id="231537" idx="1"/>
          </p:cNvCxnSpPr>
          <p:nvPr/>
        </p:nvCxnSpPr>
        <p:spPr bwMode="auto">
          <a:xfrm>
            <a:off x="3048000" y="4814888"/>
            <a:ext cx="304800" cy="457200"/>
          </a:xfrm>
          <a:prstGeom prst="straightConnector1">
            <a:avLst/>
          </a:prstGeom>
          <a:noFill/>
          <a:ln w="9525">
            <a:solidFill>
              <a:schemeClr val="tx1"/>
            </a:solidFill>
            <a:round/>
            <a:headEnd/>
            <a:tailEnd type="triangle" w="med" len="med"/>
          </a:ln>
          <a:effectLst/>
        </p:spPr>
      </p:cxnSp>
      <p:cxnSp>
        <p:nvCxnSpPr>
          <p:cNvPr id="231487" name="AutoShape 63"/>
          <p:cNvCxnSpPr>
            <a:cxnSpLocks noChangeShapeType="1"/>
            <a:stCxn id="0" idx="3"/>
            <a:endCxn id="231570" idx="1"/>
          </p:cNvCxnSpPr>
          <p:nvPr/>
        </p:nvCxnSpPr>
        <p:spPr bwMode="auto">
          <a:xfrm>
            <a:off x="4495800" y="1995488"/>
            <a:ext cx="1905000" cy="76200"/>
          </a:xfrm>
          <a:prstGeom prst="straightConnector1">
            <a:avLst/>
          </a:prstGeom>
          <a:noFill/>
          <a:ln w="9525">
            <a:solidFill>
              <a:schemeClr val="tx1"/>
            </a:solidFill>
            <a:round/>
            <a:headEnd/>
            <a:tailEnd type="triangle" w="med" len="med"/>
          </a:ln>
          <a:effectLst/>
        </p:spPr>
      </p:cxnSp>
      <p:cxnSp>
        <p:nvCxnSpPr>
          <p:cNvPr id="231488" name="AutoShape 64"/>
          <p:cNvCxnSpPr>
            <a:cxnSpLocks noChangeShapeType="1"/>
            <a:stCxn id="0" idx="3"/>
            <a:endCxn id="231551" idx="1"/>
          </p:cNvCxnSpPr>
          <p:nvPr/>
        </p:nvCxnSpPr>
        <p:spPr bwMode="auto">
          <a:xfrm flipV="1">
            <a:off x="4572000" y="2909888"/>
            <a:ext cx="304800" cy="685800"/>
          </a:xfrm>
          <a:prstGeom prst="straightConnector1">
            <a:avLst/>
          </a:prstGeom>
          <a:noFill/>
          <a:ln w="9525">
            <a:solidFill>
              <a:schemeClr val="tx1"/>
            </a:solidFill>
            <a:round/>
            <a:headEnd/>
            <a:tailEnd type="triangle" w="med" len="med"/>
          </a:ln>
          <a:effectLst/>
        </p:spPr>
      </p:cxnSp>
      <p:cxnSp>
        <p:nvCxnSpPr>
          <p:cNvPr id="231489" name="AutoShape 65"/>
          <p:cNvCxnSpPr>
            <a:cxnSpLocks noChangeShapeType="1"/>
            <a:stCxn id="231550" idx="3"/>
            <a:endCxn id="0" idx="1"/>
          </p:cNvCxnSpPr>
          <p:nvPr/>
        </p:nvCxnSpPr>
        <p:spPr bwMode="auto">
          <a:xfrm>
            <a:off x="6096000" y="2909888"/>
            <a:ext cx="381000" cy="1066800"/>
          </a:xfrm>
          <a:prstGeom prst="straightConnector1">
            <a:avLst/>
          </a:prstGeom>
          <a:noFill/>
          <a:ln w="9525">
            <a:solidFill>
              <a:schemeClr val="tx1"/>
            </a:solidFill>
            <a:round/>
            <a:headEnd/>
            <a:tailEnd type="triangle" w="med" len="med"/>
          </a:ln>
          <a:effectLst/>
        </p:spPr>
      </p:cxnSp>
      <p:grpSp>
        <p:nvGrpSpPr>
          <p:cNvPr id="231490" name="Group 66"/>
          <p:cNvGrpSpPr>
            <a:grpSpLocks/>
          </p:cNvGrpSpPr>
          <p:nvPr/>
        </p:nvGrpSpPr>
        <p:grpSpPr bwMode="auto">
          <a:xfrm>
            <a:off x="304800" y="1524000"/>
            <a:ext cx="8763000" cy="4294188"/>
            <a:chOff x="96" y="864"/>
            <a:chExt cx="5520" cy="2705"/>
          </a:xfrm>
        </p:grpSpPr>
        <p:grpSp>
          <p:nvGrpSpPr>
            <p:cNvPr id="231491" name="Group 67"/>
            <p:cNvGrpSpPr>
              <a:grpSpLocks/>
            </p:cNvGrpSpPr>
            <p:nvPr/>
          </p:nvGrpSpPr>
          <p:grpSpPr bwMode="auto">
            <a:xfrm>
              <a:off x="96" y="1200"/>
              <a:ext cx="768" cy="689"/>
              <a:chOff x="96" y="1200"/>
              <a:chExt cx="768" cy="689"/>
            </a:xfrm>
          </p:grpSpPr>
          <p:sp>
            <p:nvSpPr>
              <p:cNvPr id="231492" name="Rectangle 68"/>
              <p:cNvSpPr>
                <a:spLocks noChangeArrowheads="1"/>
              </p:cNvSpPr>
              <p:nvPr/>
            </p:nvSpPr>
            <p:spPr bwMode="auto">
              <a:xfrm>
                <a:off x="480"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1493" name="Rectangle 69"/>
              <p:cNvSpPr>
                <a:spLocks noChangeArrowheads="1"/>
              </p:cNvSpPr>
              <p:nvPr/>
            </p:nvSpPr>
            <p:spPr bwMode="auto">
              <a:xfrm>
                <a:off x="96"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1494" name="Rectangle 70"/>
              <p:cNvSpPr>
                <a:spLocks noChangeArrowheads="1"/>
              </p:cNvSpPr>
              <p:nvPr/>
            </p:nvSpPr>
            <p:spPr bwMode="auto">
              <a:xfrm>
                <a:off x="480"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31495" name="Rectangle 71"/>
              <p:cNvSpPr>
                <a:spLocks noChangeArrowheads="1"/>
              </p:cNvSpPr>
              <p:nvPr/>
            </p:nvSpPr>
            <p:spPr bwMode="auto">
              <a:xfrm>
                <a:off x="96"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ST</a:t>
                </a:r>
              </a:p>
            </p:txBody>
          </p:sp>
          <p:sp>
            <p:nvSpPr>
              <p:cNvPr id="231496" name="Rectangle 72"/>
              <p:cNvSpPr>
                <a:spLocks noChangeArrowheads="1"/>
              </p:cNvSpPr>
              <p:nvPr/>
            </p:nvSpPr>
            <p:spPr bwMode="auto">
              <a:xfrm>
                <a:off x="480"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1497" name="Rectangle 73"/>
              <p:cNvSpPr>
                <a:spLocks noChangeArrowheads="1"/>
              </p:cNvSpPr>
              <p:nvPr/>
            </p:nvSpPr>
            <p:spPr bwMode="auto">
              <a:xfrm>
                <a:off x="96"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1498" name="Line 74"/>
              <p:cNvSpPr>
                <a:spLocks noChangeShapeType="1"/>
              </p:cNvSpPr>
              <p:nvPr/>
            </p:nvSpPr>
            <p:spPr bwMode="auto">
              <a:xfrm>
                <a:off x="96"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499" name="Line 75"/>
              <p:cNvSpPr>
                <a:spLocks noChangeShapeType="1"/>
              </p:cNvSpPr>
              <p:nvPr/>
            </p:nvSpPr>
            <p:spPr bwMode="auto">
              <a:xfrm>
                <a:off x="96"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00" name="Line 76"/>
              <p:cNvSpPr>
                <a:spLocks noChangeShapeType="1"/>
              </p:cNvSpPr>
              <p:nvPr/>
            </p:nvSpPr>
            <p:spPr bwMode="auto">
              <a:xfrm>
                <a:off x="96"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01" name="Line 77"/>
              <p:cNvSpPr>
                <a:spLocks noChangeShapeType="1"/>
              </p:cNvSpPr>
              <p:nvPr/>
            </p:nvSpPr>
            <p:spPr bwMode="auto">
              <a:xfrm>
                <a:off x="96"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02" name="Line 78"/>
              <p:cNvSpPr>
                <a:spLocks noChangeShapeType="1"/>
              </p:cNvSpPr>
              <p:nvPr/>
            </p:nvSpPr>
            <p:spPr bwMode="auto">
              <a:xfrm>
                <a:off x="9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03" name="Line 79"/>
              <p:cNvSpPr>
                <a:spLocks noChangeShapeType="1"/>
              </p:cNvSpPr>
              <p:nvPr/>
            </p:nvSpPr>
            <p:spPr bwMode="auto">
              <a:xfrm>
                <a:off x="480"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04" name="Line 80"/>
              <p:cNvSpPr>
                <a:spLocks noChangeShapeType="1"/>
              </p:cNvSpPr>
              <p:nvPr/>
            </p:nvSpPr>
            <p:spPr bwMode="auto">
              <a:xfrm>
                <a:off x="864"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31505" name="Group 81"/>
            <p:cNvGrpSpPr>
              <a:grpSpLocks/>
            </p:cNvGrpSpPr>
            <p:nvPr/>
          </p:nvGrpSpPr>
          <p:grpSpPr bwMode="auto">
            <a:xfrm>
              <a:off x="144" y="2064"/>
              <a:ext cx="768" cy="689"/>
              <a:chOff x="144" y="2064"/>
              <a:chExt cx="768" cy="689"/>
            </a:xfrm>
          </p:grpSpPr>
          <p:sp>
            <p:nvSpPr>
              <p:cNvPr id="231506" name="Rectangle 82"/>
              <p:cNvSpPr>
                <a:spLocks noChangeArrowheads="1"/>
              </p:cNvSpPr>
              <p:nvPr/>
            </p:nvSpPr>
            <p:spPr bwMode="auto">
              <a:xfrm>
                <a:off x="528"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31507" name="Rectangle 83"/>
              <p:cNvSpPr>
                <a:spLocks noChangeArrowheads="1"/>
              </p:cNvSpPr>
              <p:nvPr/>
            </p:nvSpPr>
            <p:spPr bwMode="auto">
              <a:xfrm>
                <a:off x="144"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1508" name="Rectangle 84" descr="25%"/>
              <p:cNvSpPr>
                <a:spLocks noChangeArrowheads="1"/>
              </p:cNvSpPr>
              <p:nvPr/>
            </p:nvSpPr>
            <p:spPr bwMode="auto">
              <a:xfrm>
                <a:off x="528" y="2313"/>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5</a:t>
                </a:r>
              </a:p>
            </p:txBody>
          </p:sp>
          <p:sp>
            <p:nvSpPr>
              <p:cNvPr id="231509" name="Rectangle 85" descr="25%"/>
              <p:cNvSpPr>
                <a:spLocks noChangeArrowheads="1"/>
              </p:cNvSpPr>
              <p:nvPr/>
            </p:nvSpPr>
            <p:spPr bwMode="auto">
              <a:xfrm>
                <a:off x="144" y="2313"/>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A</a:t>
                </a:r>
              </a:p>
            </p:txBody>
          </p:sp>
          <p:sp>
            <p:nvSpPr>
              <p:cNvPr id="231510" name="Rectangle 86"/>
              <p:cNvSpPr>
                <a:spLocks noChangeArrowheads="1"/>
              </p:cNvSpPr>
              <p:nvPr/>
            </p:nvSpPr>
            <p:spPr bwMode="auto">
              <a:xfrm>
                <a:off x="528"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31511" name="Rectangle 87"/>
              <p:cNvSpPr>
                <a:spLocks noChangeArrowheads="1"/>
              </p:cNvSpPr>
              <p:nvPr/>
            </p:nvSpPr>
            <p:spPr bwMode="auto">
              <a:xfrm>
                <a:off x="144"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31512" name="Line 88"/>
              <p:cNvSpPr>
                <a:spLocks noChangeShapeType="1"/>
              </p:cNvSpPr>
              <p:nvPr/>
            </p:nvSpPr>
            <p:spPr bwMode="auto">
              <a:xfrm>
                <a:off x="144" y="20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13" name="Line 89"/>
              <p:cNvSpPr>
                <a:spLocks noChangeShapeType="1"/>
              </p:cNvSpPr>
              <p:nvPr/>
            </p:nvSpPr>
            <p:spPr bwMode="auto">
              <a:xfrm>
                <a:off x="144" y="23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14" name="Line 90"/>
              <p:cNvSpPr>
                <a:spLocks noChangeShapeType="1"/>
              </p:cNvSpPr>
              <p:nvPr/>
            </p:nvSpPr>
            <p:spPr bwMode="auto">
              <a:xfrm>
                <a:off x="144" y="25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15" name="Line 91"/>
              <p:cNvSpPr>
                <a:spLocks noChangeShapeType="1"/>
              </p:cNvSpPr>
              <p:nvPr/>
            </p:nvSpPr>
            <p:spPr bwMode="auto">
              <a:xfrm>
                <a:off x="144" y="27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16" name="Line 92"/>
              <p:cNvSpPr>
                <a:spLocks noChangeShapeType="1"/>
              </p:cNvSpPr>
              <p:nvPr/>
            </p:nvSpPr>
            <p:spPr bwMode="auto">
              <a:xfrm>
                <a:off x="144"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17" name="Line 93"/>
              <p:cNvSpPr>
                <a:spLocks noChangeShapeType="1"/>
              </p:cNvSpPr>
              <p:nvPr/>
            </p:nvSpPr>
            <p:spPr bwMode="auto">
              <a:xfrm>
                <a:off x="528" y="20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18" name="Line 94"/>
              <p:cNvSpPr>
                <a:spLocks noChangeShapeType="1"/>
              </p:cNvSpPr>
              <p:nvPr/>
            </p:nvSpPr>
            <p:spPr bwMode="auto">
              <a:xfrm>
                <a:off x="912"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31519" name="Group 95"/>
            <p:cNvGrpSpPr>
              <a:grpSpLocks/>
            </p:cNvGrpSpPr>
            <p:nvPr/>
          </p:nvGrpSpPr>
          <p:grpSpPr bwMode="auto">
            <a:xfrm>
              <a:off x="1008" y="1152"/>
              <a:ext cx="768" cy="689"/>
              <a:chOff x="1008" y="1152"/>
              <a:chExt cx="768" cy="689"/>
            </a:xfrm>
          </p:grpSpPr>
          <p:sp>
            <p:nvSpPr>
              <p:cNvPr id="231520" name="Rectangle 96"/>
              <p:cNvSpPr>
                <a:spLocks noChangeArrowheads="1"/>
              </p:cNvSpPr>
              <p:nvPr/>
            </p:nvSpPr>
            <p:spPr bwMode="auto">
              <a:xfrm>
                <a:off x="1392"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9</a:t>
                </a:r>
              </a:p>
            </p:txBody>
          </p:sp>
          <p:sp>
            <p:nvSpPr>
              <p:cNvPr id="231521" name="Rectangle 97"/>
              <p:cNvSpPr>
                <a:spLocks noChangeArrowheads="1"/>
              </p:cNvSpPr>
              <p:nvPr/>
            </p:nvSpPr>
            <p:spPr bwMode="auto">
              <a:xfrm>
                <a:off x="1008"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31522" name="Rectangle 98"/>
              <p:cNvSpPr>
                <a:spLocks noChangeArrowheads="1"/>
              </p:cNvSpPr>
              <p:nvPr/>
            </p:nvSpPr>
            <p:spPr bwMode="auto">
              <a:xfrm>
                <a:off x="1392" y="140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4</a:t>
                </a:r>
              </a:p>
            </p:txBody>
          </p:sp>
          <p:sp>
            <p:nvSpPr>
              <p:cNvPr id="231523" name="Rectangle 99"/>
              <p:cNvSpPr>
                <a:spLocks noChangeArrowheads="1"/>
              </p:cNvSpPr>
              <p:nvPr/>
            </p:nvSpPr>
            <p:spPr bwMode="auto">
              <a:xfrm>
                <a:off x="1008" y="1401"/>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B</a:t>
                </a:r>
              </a:p>
            </p:txBody>
          </p:sp>
          <p:sp>
            <p:nvSpPr>
              <p:cNvPr id="231524" name="Rectangle 100"/>
              <p:cNvSpPr>
                <a:spLocks noChangeArrowheads="1"/>
              </p:cNvSpPr>
              <p:nvPr/>
            </p:nvSpPr>
            <p:spPr bwMode="auto">
              <a:xfrm>
                <a:off x="1392"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9</a:t>
                </a:r>
              </a:p>
            </p:txBody>
          </p:sp>
          <p:sp>
            <p:nvSpPr>
              <p:cNvPr id="231525" name="Rectangle 101"/>
              <p:cNvSpPr>
                <a:spLocks noChangeArrowheads="1"/>
              </p:cNvSpPr>
              <p:nvPr/>
            </p:nvSpPr>
            <p:spPr bwMode="auto">
              <a:xfrm>
                <a:off x="1008"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31526" name="Line 102"/>
              <p:cNvSpPr>
                <a:spLocks noChangeShapeType="1"/>
              </p:cNvSpPr>
              <p:nvPr/>
            </p:nvSpPr>
            <p:spPr bwMode="auto">
              <a:xfrm>
                <a:off x="1008" y="115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27" name="Line 103"/>
              <p:cNvSpPr>
                <a:spLocks noChangeShapeType="1"/>
              </p:cNvSpPr>
              <p:nvPr/>
            </p:nvSpPr>
            <p:spPr bwMode="auto">
              <a:xfrm>
                <a:off x="1008" y="140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28" name="Line 104"/>
              <p:cNvSpPr>
                <a:spLocks noChangeShapeType="1"/>
              </p:cNvSpPr>
              <p:nvPr/>
            </p:nvSpPr>
            <p:spPr bwMode="auto">
              <a:xfrm>
                <a:off x="1008" y="159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29" name="Line 105"/>
              <p:cNvSpPr>
                <a:spLocks noChangeShapeType="1"/>
              </p:cNvSpPr>
              <p:nvPr/>
            </p:nvSpPr>
            <p:spPr bwMode="auto">
              <a:xfrm>
                <a:off x="1008" y="184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30" name="Line 106"/>
              <p:cNvSpPr>
                <a:spLocks noChangeShapeType="1"/>
              </p:cNvSpPr>
              <p:nvPr/>
            </p:nvSpPr>
            <p:spPr bwMode="auto">
              <a:xfrm>
                <a:off x="1008"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31" name="Line 107"/>
              <p:cNvSpPr>
                <a:spLocks noChangeShapeType="1"/>
              </p:cNvSpPr>
              <p:nvPr/>
            </p:nvSpPr>
            <p:spPr bwMode="auto">
              <a:xfrm>
                <a:off x="1392" y="115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32" name="Line 108"/>
              <p:cNvSpPr>
                <a:spLocks noChangeShapeType="1"/>
              </p:cNvSpPr>
              <p:nvPr/>
            </p:nvSpPr>
            <p:spPr bwMode="auto">
              <a:xfrm>
                <a:off x="1776"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31533" name="Group 109"/>
            <p:cNvGrpSpPr>
              <a:grpSpLocks/>
            </p:cNvGrpSpPr>
            <p:nvPr/>
          </p:nvGrpSpPr>
          <p:grpSpPr bwMode="auto">
            <a:xfrm>
              <a:off x="2016" y="2880"/>
              <a:ext cx="768" cy="689"/>
              <a:chOff x="2016" y="2880"/>
              <a:chExt cx="768" cy="689"/>
            </a:xfrm>
          </p:grpSpPr>
          <p:sp>
            <p:nvSpPr>
              <p:cNvPr id="231534" name="Rectangle 110"/>
              <p:cNvSpPr>
                <a:spLocks noChangeArrowheads="1"/>
              </p:cNvSpPr>
              <p:nvPr/>
            </p:nvSpPr>
            <p:spPr bwMode="auto">
              <a:xfrm>
                <a:off x="2400"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31535" name="Rectangle 111"/>
              <p:cNvSpPr>
                <a:spLocks noChangeArrowheads="1"/>
              </p:cNvSpPr>
              <p:nvPr/>
            </p:nvSpPr>
            <p:spPr bwMode="auto">
              <a:xfrm>
                <a:off x="2016"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9</a:t>
                </a:r>
              </a:p>
            </p:txBody>
          </p:sp>
          <p:sp>
            <p:nvSpPr>
              <p:cNvPr id="231536" name="Rectangle 112"/>
              <p:cNvSpPr>
                <a:spLocks noChangeArrowheads="1"/>
              </p:cNvSpPr>
              <p:nvPr/>
            </p:nvSpPr>
            <p:spPr bwMode="auto">
              <a:xfrm>
                <a:off x="2400"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10</a:t>
                </a:r>
              </a:p>
            </p:txBody>
          </p:sp>
          <p:sp>
            <p:nvSpPr>
              <p:cNvPr id="231537" name="Rectangle 113"/>
              <p:cNvSpPr>
                <a:spLocks noChangeArrowheads="1"/>
              </p:cNvSpPr>
              <p:nvPr/>
            </p:nvSpPr>
            <p:spPr bwMode="auto">
              <a:xfrm>
                <a:off x="2016"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E</a:t>
                </a:r>
              </a:p>
            </p:txBody>
          </p:sp>
          <p:sp>
            <p:nvSpPr>
              <p:cNvPr id="231538" name="Rectangle 114"/>
              <p:cNvSpPr>
                <a:spLocks noChangeArrowheads="1"/>
              </p:cNvSpPr>
              <p:nvPr/>
            </p:nvSpPr>
            <p:spPr bwMode="auto">
              <a:xfrm>
                <a:off x="2400"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31539" name="Rectangle 115"/>
              <p:cNvSpPr>
                <a:spLocks noChangeArrowheads="1"/>
              </p:cNvSpPr>
              <p:nvPr/>
            </p:nvSpPr>
            <p:spPr bwMode="auto">
              <a:xfrm>
                <a:off x="2016"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9</a:t>
                </a:r>
              </a:p>
            </p:txBody>
          </p:sp>
          <p:sp>
            <p:nvSpPr>
              <p:cNvPr id="231540" name="Line 116"/>
              <p:cNvSpPr>
                <a:spLocks noChangeShapeType="1"/>
              </p:cNvSpPr>
              <p:nvPr/>
            </p:nvSpPr>
            <p:spPr bwMode="auto">
              <a:xfrm>
                <a:off x="2016" y="288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41" name="Line 117"/>
              <p:cNvSpPr>
                <a:spLocks noChangeShapeType="1"/>
              </p:cNvSpPr>
              <p:nvPr/>
            </p:nvSpPr>
            <p:spPr bwMode="auto">
              <a:xfrm>
                <a:off x="2016" y="312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42" name="Line 118"/>
              <p:cNvSpPr>
                <a:spLocks noChangeShapeType="1"/>
              </p:cNvSpPr>
              <p:nvPr/>
            </p:nvSpPr>
            <p:spPr bwMode="auto">
              <a:xfrm>
                <a:off x="2016" y="332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43" name="Line 119"/>
              <p:cNvSpPr>
                <a:spLocks noChangeShapeType="1"/>
              </p:cNvSpPr>
              <p:nvPr/>
            </p:nvSpPr>
            <p:spPr bwMode="auto">
              <a:xfrm>
                <a:off x="2016" y="356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44" name="Line 120"/>
              <p:cNvSpPr>
                <a:spLocks noChangeShapeType="1"/>
              </p:cNvSpPr>
              <p:nvPr/>
            </p:nvSpPr>
            <p:spPr bwMode="auto">
              <a:xfrm>
                <a:off x="2016"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45" name="Line 121"/>
              <p:cNvSpPr>
                <a:spLocks noChangeShapeType="1"/>
              </p:cNvSpPr>
              <p:nvPr/>
            </p:nvSpPr>
            <p:spPr bwMode="auto">
              <a:xfrm>
                <a:off x="2400" y="288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46" name="Line 122"/>
              <p:cNvSpPr>
                <a:spLocks noChangeShapeType="1"/>
              </p:cNvSpPr>
              <p:nvPr/>
            </p:nvSpPr>
            <p:spPr bwMode="auto">
              <a:xfrm>
                <a:off x="2784"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31547" name="Group 123"/>
            <p:cNvGrpSpPr>
              <a:grpSpLocks/>
            </p:cNvGrpSpPr>
            <p:nvPr/>
          </p:nvGrpSpPr>
          <p:grpSpPr bwMode="auto">
            <a:xfrm>
              <a:off x="2976" y="1392"/>
              <a:ext cx="768" cy="689"/>
              <a:chOff x="2976" y="1392"/>
              <a:chExt cx="768" cy="689"/>
            </a:xfrm>
          </p:grpSpPr>
          <p:sp>
            <p:nvSpPr>
              <p:cNvPr id="231548" name="Rectangle 124"/>
              <p:cNvSpPr>
                <a:spLocks noChangeArrowheads="1"/>
              </p:cNvSpPr>
              <p:nvPr/>
            </p:nvSpPr>
            <p:spPr bwMode="auto">
              <a:xfrm>
                <a:off x="3360"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20</a:t>
                </a:r>
              </a:p>
            </p:txBody>
          </p:sp>
          <p:sp>
            <p:nvSpPr>
              <p:cNvPr id="231549" name="Rectangle 125"/>
              <p:cNvSpPr>
                <a:spLocks noChangeArrowheads="1"/>
              </p:cNvSpPr>
              <p:nvPr/>
            </p:nvSpPr>
            <p:spPr bwMode="auto">
              <a:xfrm>
                <a:off x="2976"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31550" name="Rectangle 126" descr="25%"/>
              <p:cNvSpPr>
                <a:spLocks noChangeArrowheads="1"/>
              </p:cNvSpPr>
              <p:nvPr/>
            </p:nvSpPr>
            <p:spPr bwMode="auto">
              <a:xfrm>
                <a:off x="3360" y="1641"/>
                <a:ext cx="384" cy="191"/>
              </a:xfrm>
              <a:prstGeom prst="rect">
                <a:avLst/>
              </a:prstGeom>
              <a:pattFill prst="pct25">
                <a:fgClr>
                  <a:srgbClr val="00CC99"/>
                </a:fgClr>
                <a:bgClr>
                  <a:srgbClr val="FFFFFF"/>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1</a:t>
                </a:r>
              </a:p>
            </p:txBody>
          </p:sp>
          <p:sp>
            <p:nvSpPr>
              <p:cNvPr id="231551" name="Rectangle 127" descr="25%"/>
              <p:cNvSpPr>
                <a:spLocks noChangeArrowheads="1"/>
              </p:cNvSpPr>
              <p:nvPr/>
            </p:nvSpPr>
            <p:spPr bwMode="auto">
              <a:xfrm>
                <a:off x="2976" y="1641"/>
                <a:ext cx="384" cy="191"/>
              </a:xfrm>
              <a:prstGeom prst="rect">
                <a:avLst/>
              </a:prstGeom>
              <a:pattFill prst="pct25">
                <a:fgClr>
                  <a:schemeClr val="accent1"/>
                </a:fgClr>
                <a:bgClr>
                  <a:schemeClr val="bg1"/>
                </a:bgClr>
              </a:pattFill>
              <a:ln w="9525">
                <a:solidFill>
                  <a:srgbClr val="FF3300"/>
                </a:solidFill>
                <a:miter lim="800000"/>
                <a:headEnd/>
                <a:tailEnd/>
              </a:ln>
              <a:effectLst/>
            </p:spPr>
            <p:txBody>
              <a:bodyPr>
                <a:prstTxWarp prst="textNoShape">
                  <a:avLst/>
                </a:prstTxWarp>
              </a:bodyPr>
              <a:lstStyle/>
              <a:p>
                <a:pPr>
                  <a:spcBef>
                    <a:spcPct val="20000"/>
                  </a:spcBef>
                </a:pPr>
                <a:r>
                  <a:rPr lang="en-US" sz="1400">
                    <a:solidFill>
                      <a:schemeClr val="accent2"/>
                    </a:solidFill>
                    <a:latin typeface="Comic Sans MS" charset="0"/>
                  </a:rPr>
                  <a:t>F</a:t>
                </a:r>
              </a:p>
            </p:txBody>
          </p:sp>
          <p:sp>
            <p:nvSpPr>
              <p:cNvPr id="231552" name="Rectangle 128"/>
              <p:cNvSpPr>
                <a:spLocks noChangeArrowheads="1"/>
              </p:cNvSpPr>
              <p:nvPr/>
            </p:nvSpPr>
            <p:spPr bwMode="auto">
              <a:xfrm>
                <a:off x="3360"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20</a:t>
                </a:r>
              </a:p>
            </p:txBody>
          </p:sp>
          <p:sp>
            <p:nvSpPr>
              <p:cNvPr id="231553" name="Rectangle 129"/>
              <p:cNvSpPr>
                <a:spLocks noChangeArrowheads="1"/>
              </p:cNvSpPr>
              <p:nvPr/>
            </p:nvSpPr>
            <p:spPr bwMode="auto">
              <a:xfrm>
                <a:off x="2976"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31554" name="Line 130"/>
              <p:cNvSpPr>
                <a:spLocks noChangeShapeType="1"/>
              </p:cNvSpPr>
              <p:nvPr/>
            </p:nvSpPr>
            <p:spPr bwMode="auto">
              <a:xfrm>
                <a:off x="2976" y="139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55" name="Line 131"/>
              <p:cNvSpPr>
                <a:spLocks noChangeShapeType="1"/>
              </p:cNvSpPr>
              <p:nvPr/>
            </p:nvSpPr>
            <p:spPr bwMode="auto">
              <a:xfrm>
                <a:off x="2976" y="164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56" name="Line 132"/>
              <p:cNvSpPr>
                <a:spLocks noChangeShapeType="1"/>
              </p:cNvSpPr>
              <p:nvPr/>
            </p:nvSpPr>
            <p:spPr bwMode="auto">
              <a:xfrm>
                <a:off x="2976" y="183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57" name="Line 133"/>
              <p:cNvSpPr>
                <a:spLocks noChangeShapeType="1"/>
              </p:cNvSpPr>
              <p:nvPr/>
            </p:nvSpPr>
            <p:spPr bwMode="auto">
              <a:xfrm>
                <a:off x="2976" y="208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58" name="Line 134"/>
              <p:cNvSpPr>
                <a:spLocks noChangeShapeType="1"/>
              </p:cNvSpPr>
              <p:nvPr/>
            </p:nvSpPr>
            <p:spPr bwMode="auto">
              <a:xfrm>
                <a:off x="2976"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59" name="Line 135"/>
              <p:cNvSpPr>
                <a:spLocks noChangeShapeType="1"/>
              </p:cNvSpPr>
              <p:nvPr/>
            </p:nvSpPr>
            <p:spPr bwMode="auto">
              <a:xfrm>
                <a:off x="3360" y="139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60" name="Line 136"/>
              <p:cNvSpPr>
                <a:spLocks noChangeShapeType="1"/>
              </p:cNvSpPr>
              <p:nvPr/>
            </p:nvSpPr>
            <p:spPr bwMode="auto">
              <a:xfrm>
                <a:off x="3744"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31561" name="AutoShape 137"/>
            <p:cNvCxnSpPr>
              <a:cxnSpLocks noChangeShapeType="1"/>
              <a:stCxn id="231503" idx="1"/>
              <a:endCxn id="231517" idx="0"/>
            </p:cNvCxnSpPr>
            <p:nvPr/>
          </p:nvCxnSpPr>
          <p:spPr bwMode="auto">
            <a:xfrm>
              <a:off x="480" y="1889"/>
              <a:ext cx="48" cy="175"/>
            </a:xfrm>
            <a:prstGeom prst="straightConnector1">
              <a:avLst/>
            </a:prstGeom>
            <a:noFill/>
            <a:ln w="9525">
              <a:solidFill>
                <a:schemeClr val="tx1"/>
              </a:solidFill>
              <a:round/>
              <a:headEnd/>
              <a:tailEnd type="triangle" w="med" len="med"/>
            </a:ln>
            <a:effectLst/>
          </p:spPr>
        </p:cxnSp>
        <p:cxnSp>
          <p:nvCxnSpPr>
            <p:cNvPr id="231562" name="AutoShape 138"/>
            <p:cNvCxnSpPr>
              <a:cxnSpLocks noChangeShapeType="1"/>
              <a:stCxn id="231508" idx="3"/>
              <a:endCxn id="231529" idx="0"/>
            </p:cNvCxnSpPr>
            <p:nvPr/>
          </p:nvCxnSpPr>
          <p:spPr bwMode="auto">
            <a:xfrm flipV="1">
              <a:off x="912" y="1832"/>
              <a:ext cx="96" cy="577"/>
            </a:xfrm>
            <a:prstGeom prst="straightConnector1">
              <a:avLst/>
            </a:prstGeom>
            <a:noFill/>
            <a:ln w="9525">
              <a:solidFill>
                <a:schemeClr val="tx1"/>
              </a:solidFill>
              <a:round/>
              <a:headEnd/>
              <a:tailEnd type="triangle" w="med" len="med"/>
            </a:ln>
            <a:effectLst/>
          </p:spPr>
        </p:cxnSp>
        <p:cxnSp>
          <p:nvCxnSpPr>
            <p:cNvPr id="231563" name="AutoShape 139"/>
            <p:cNvCxnSpPr>
              <a:cxnSpLocks noChangeShapeType="1"/>
              <a:stCxn id="231522" idx="3"/>
              <a:endCxn id="231544" idx="0"/>
            </p:cNvCxnSpPr>
            <p:nvPr/>
          </p:nvCxnSpPr>
          <p:spPr bwMode="auto">
            <a:xfrm>
              <a:off x="1776" y="1497"/>
              <a:ext cx="240" cy="1374"/>
            </a:xfrm>
            <a:prstGeom prst="straightConnector1">
              <a:avLst/>
            </a:prstGeom>
            <a:noFill/>
            <a:ln w="9525">
              <a:solidFill>
                <a:schemeClr val="tx1"/>
              </a:solidFill>
              <a:round/>
              <a:headEnd/>
              <a:tailEnd type="triangle" w="med" len="med"/>
            </a:ln>
            <a:effectLst/>
          </p:spPr>
        </p:cxnSp>
        <p:cxnSp>
          <p:nvCxnSpPr>
            <p:cNvPr id="231564" name="AutoShape 140"/>
            <p:cNvCxnSpPr>
              <a:cxnSpLocks noChangeShapeType="1"/>
              <a:stCxn id="231536" idx="3"/>
              <a:endCxn id="231551" idx="1"/>
            </p:cNvCxnSpPr>
            <p:nvPr/>
          </p:nvCxnSpPr>
          <p:spPr bwMode="auto">
            <a:xfrm flipV="1">
              <a:off x="2784" y="1737"/>
              <a:ext cx="192" cy="1488"/>
            </a:xfrm>
            <a:prstGeom prst="straightConnector1">
              <a:avLst/>
            </a:prstGeom>
            <a:noFill/>
            <a:ln w="9525">
              <a:solidFill>
                <a:schemeClr val="tx1"/>
              </a:solidFill>
              <a:round/>
              <a:headEnd/>
              <a:tailEnd type="triangle" w="med" len="med"/>
            </a:ln>
            <a:effectLst/>
          </p:spPr>
        </p:cxnSp>
        <p:cxnSp>
          <p:nvCxnSpPr>
            <p:cNvPr id="231565" name="AutoShape 141"/>
            <p:cNvCxnSpPr>
              <a:cxnSpLocks noChangeShapeType="1"/>
              <a:stCxn id="231550" idx="3"/>
              <a:endCxn id="231570" idx="1"/>
            </p:cNvCxnSpPr>
            <p:nvPr/>
          </p:nvCxnSpPr>
          <p:spPr bwMode="auto">
            <a:xfrm flipV="1">
              <a:off x="3744" y="1209"/>
              <a:ext cx="192" cy="528"/>
            </a:xfrm>
            <a:prstGeom prst="straightConnector1">
              <a:avLst/>
            </a:prstGeom>
            <a:noFill/>
            <a:ln w="9525">
              <a:solidFill>
                <a:schemeClr val="tx1"/>
              </a:solidFill>
              <a:round/>
              <a:headEnd/>
              <a:tailEnd type="triangle" w="med" len="med"/>
            </a:ln>
            <a:effectLst/>
          </p:spPr>
        </p:cxnSp>
        <p:grpSp>
          <p:nvGrpSpPr>
            <p:cNvPr id="231566" name="Group 142"/>
            <p:cNvGrpSpPr>
              <a:grpSpLocks/>
            </p:cNvGrpSpPr>
            <p:nvPr/>
          </p:nvGrpSpPr>
          <p:grpSpPr bwMode="auto">
            <a:xfrm>
              <a:off x="3936" y="864"/>
              <a:ext cx="1680" cy="1025"/>
              <a:chOff x="3936" y="864"/>
              <a:chExt cx="1680" cy="1025"/>
            </a:xfrm>
          </p:grpSpPr>
          <p:sp>
            <p:nvSpPr>
              <p:cNvPr id="231567" name="Rectangle 143"/>
              <p:cNvSpPr>
                <a:spLocks noChangeArrowheads="1"/>
              </p:cNvSpPr>
              <p:nvPr/>
            </p:nvSpPr>
            <p:spPr bwMode="auto">
              <a:xfrm>
                <a:off x="4320"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28</a:t>
                </a:r>
              </a:p>
            </p:txBody>
          </p:sp>
          <p:sp>
            <p:nvSpPr>
              <p:cNvPr id="231568" name="Rectangle 144"/>
              <p:cNvSpPr>
                <a:spLocks noChangeArrowheads="1"/>
              </p:cNvSpPr>
              <p:nvPr/>
            </p:nvSpPr>
            <p:spPr bwMode="auto">
              <a:xfrm>
                <a:off x="3936"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20</a:t>
                </a:r>
              </a:p>
            </p:txBody>
          </p:sp>
          <p:sp>
            <p:nvSpPr>
              <p:cNvPr id="231569" name="Rectangle 145"/>
              <p:cNvSpPr>
                <a:spLocks noChangeArrowheads="1"/>
              </p:cNvSpPr>
              <p:nvPr/>
            </p:nvSpPr>
            <p:spPr bwMode="auto">
              <a:xfrm>
                <a:off x="4320"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8</a:t>
                </a:r>
              </a:p>
            </p:txBody>
          </p:sp>
          <p:sp>
            <p:nvSpPr>
              <p:cNvPr id="231570" name="Rectangle 146"/>
              <p:cNvSpPr>
                <a:spLocks noChangeArrowheads="1"/>
              </p:cNvSpPr>
              <p:nvPr/>
            </p:nvSpPr>
            <p:spPr bwMode="auto">
              <a:xfrm>
                <a:off x="3936"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I</a:t>
                </a:r>
              </a:p>
            </p:txBody>
          </p:sp>
          <p:sp>
            <p:nvSpPr>
              <p:cNvPr id="231571" name="Rectangle 147"/>
              <p:cNvSpPr>
                <a:spLocks noChangeArrowheads="1"/>
              </p:cNvSpPr>
              <p:nvPr/>
            </p:nvSpPr>
            <p:spPr bwMode="auto">
              <a:xfrm>
                <a:off x="4320"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28</a:t>
                </a:r>
              </a:p>
            </p:txBody>
          </p:sp>
          <p:sp>
            <p:nvSpPr>
              <p:cNvPr id="231572" name="Rectangle 148"/>
              <p:cNvSpPr>
                <a:spLocks noChangeArrowheads="1"/>
              </p:cNvSpPr>
              <p:nvPr/>
            </p:nvSpPr>
            <p:spPr bwMode="auto">
              <a:xfrm>
                <a:off x="3936"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20</a:t>
                </a:r>
              </a:p>
            </p:txBody>
          </p:sp>
          <p:sp>
            <p:nvSpPr>
              <p:cNvPr id="231573" name="Line 149"/>
              <p:cNvSpPr>
                <a:spLocks noChangeShapeType="1"/>
              </p:cNvSpPr>
              <p:nvPr/>
            </p:nvSpPr>
            <p:spPr bwMode="auto">
              <a:xfrm>
                <a:off x="3936" y="8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74" name="Line 150"/>
              <p:cNvSpPr>
                <a:spLocks noChangeShapeType="1"/>
              </p:cNvSpPr>
              <p:nvPr/>
            </p:nvSpPr>
            <p:spPr bwMode="auto">
              <a:xfrm>
                <a:off x="3936" y="11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75" name="Line 151"/>
              <p:cNvSpPr>
                <a:spLocks noChangeShapeType="1"/>
              </p:cNvSpPr>
              <p:nvPr/>
            </p:nvSpPr>
            <p:spPr bwMode="auto">
              <a:xfrm>
                <a:off x="3936" y="13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76" name="Line 152"/>
              <p:cNvSpPr>
                <a:spLocks noChangeShapeType="1"/>
              </p:cNvSpPr>
              <p:nvPr/>
            </p:nvSpPr>
            <p:spPr bwMode="auto">
              <a:xfrm>
                <a:off x="3936" y="15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77" name="Line 153"/>
              <p:cNvSpPr>
                <a:spLocks noChangeShapeType="1"/>
              </p:cNvSpPr>
              <p:nvPr/>
            </p:nvSpPr>
            <p:spPr bwMode="auto">
              <a:xfrm>
                <a:off x="3936"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78" name="Line 154"/>
              <p:cNvSpPr>
                <a:spLocks noChangeShapeType="1"/>
              </p:cNvSpPr>
              <p:nvPr/>
            </p:nvSpPr>
            <p:spPr bwMode="auto">
              <a:xfrm>
                <a:off x="4320" y="8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79" name="Line 155"/>
              <p:cNvSpPr>
                <a:spLocks noChangeShapeType="1"/>
              </p:cNvSpPr>
              <p:nvPr/>
            </p:nvSpPr>
            <p:spPr bwMode="auto">
              <a:xfrm>
                <a:off x="4704"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nvGrpSpPr>
              <p:cNvPr id="231580" name="Group 156"/>
              <p:cNvGrpSpPr>
                <a:grpSpLocks/>
              </p:cNvGrpSpPr>
              <p:nvPr/>
            </p:nvGrpSpPr>
            <p:grpSpPr bwMode="auto">
              <a:xfrm>
                <a:off x="4848" y="1200"/>
                <a:ext cx="768" cy="689"/>
                <a:chOff x="4848" y="1200"/>
                <a:chExt cx="768" cy="689"/>
              </a:xfrm>
            </p:grpSpPr>
            <p:sp>
              <p:nvSpPr>
                <p:cNvPr id="231581" name="Rectangle 157"/>
                <p:cNvSpPr>
                  <a:spLocks noChangeArrowheads="1"/>
                </p:cNvSpPr>
                <p:nvPr/>
              </p:nvSpPr>
              <p:spPr bwMode="auto">
                <a:xfrm>
                  <a:off x="5232"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28</a:t>
                  </a:r>
                </a:p>
              </p:txBody>
            </p:sp>
            <p:sp>
              <p:nvSpPr>
                <p:cNvPr id="231582" name="Rectangle 158"/>
                <p:cNvSpPr>
                  <a:spLocks noChangeArrowheads="1"/>
                </p:cNvSpPr>
                <p:nvPr/>
              </p:nvSpPr>
              <p:spPr bwMode="auto">
                <a:xfrm>
                  <a:off x="4848"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28</a:t>
                  </a:r>
                </a:p>
              </p:txBody>
            </p:sp>
            <p:sp>
              <p:nvSpPr>
                <p:cNvPr id="231583" name="Rectangle 159"/>
                <p:cNvSpPr>
                  <a:spLocks noChangeArrowheads="1"/>
                </p:cNvSpPr>
                <p:nvPr/>
              </p:nvSpPr>
              <p:spPr bwMode="auto">
                <a:xfrm>
                  <a:off x="5232"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31584" name="Rectangle 160"/>
                <p:cNvSpPr>
                  <a:spLocks noChangeArrowheads="1"/>
                </p:cNvSpPr>
                <p:nvPr/>
              </p:nvSpPr>
              <p:spPr bwMode="auto">
                <a:xfrm>
                  <a:off x="4848"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FIN</a:t>
                  </a:r>
                </a:p>
              </p:txBody>
            </p:sp>
            <p:sp>
              <p:nvSpPr>
                <p:cNvPr id="231585" name="Rectangle 161"/>
                <p:cNvSpPr>
                  <a:spLocks noChangeArrowheads="1"/>
                </p:cNvSpPr>
                <p:nvPr/>
              </p:nvSpPr>
              <p:spPr bwMode="auto">
                <a:xfrm>
                  <a:off x="5232"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28</a:t>
                  </a:r>
                </a:p>
              </p:txBody>
            </p:sp>
            <p:sp>
              <p:nvSpPr>
                <p:cNvPr id="231586" name="Rectangle 162"/>
                <p:cNvSpPr>
                  <a:spLocks noChangeArrowheads="1"/>
                </p:cNvSpPr>
                <p:nvPr/>
              </p:nvSpPr>
              <p:spPr bwMode="auto">
                <a:xfrm>
                  <a:off x="4848"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28</a:t>
                  </a:r>
                </a:p>
              </p:txBody>
            </p:sp>
            <p:sp>
              <p:nvSpPr>
                <p:cNvPr id="231587" name="Line 163"/>
                <p:cNvSpPr>
                  <a:spLocks noChangeShapeType="1"/>
                </p:cNvSpPr>
                <p:nvPr/>
              </p:nvSpPr>
              <p:spPr bwMode="auto">
                <a:xfrm>
                  <a:off x="4848"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88" name="Line 164"/>
                <p:cNvSpPr>
                  <a:spLocks noChangeShapeType="1"/>
                </p:cNvSpPr>
                <p:nvPr/>
              </p:nvSpPr>
              <p:spPr bwMode="auto">
                <a:xfrm>
                  <a:off x="4848"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89" name="Line 165"/>
                <p:cNvSpPr>
                  <a:spLocks noChangeShapeType="1"/>
                </p:cNvSpPr>
                <p:nvPr/>
              </p:nvSpPr>
              <p:spPr bwMode="auto">
                <a:xfrm>
                  <a:off x="4848"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90" name="Line 166"/>
                <p:cNvSpPr>
                  <a:spLocks noChangeShapeType="1"/>
                </p:cNvSpPr>
                <p:nvPr/>
              </p:nvSpPr>
              <p:spPr bwMode="auto">
                <a:xfrm>
                  <a:off x="4848"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91" name="Line 167"/>
                <p:cNvSpPr>
                  <a:spLocks noChangeShapeType="1"/>
                </p:cNvSpPr>
                <p:nvPr/>
              </p:nvSpPr>
              <p:spPr bwMode="auto">
                <a:xfrm>
                  <a:off x="4848"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31592" name="Line 168"/>
                <p:cNvSpPr>
                  <a:spLocks noChangeShapeType="1"/>
                </p:cNvSpPr>
                <p:nvPr/>
              </p:nvSpPr>
              <p:spPr bwMode="auto">
                <a:xfrm>
                  <a:off x="5232"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31593" name="Line 169"/>
                <p:cNvSpPr>
                  <a:spLocks noChangeShapeType="1"/>
                </p:cNvSpPr>
                <p:nvPr/>
              </p:nvSpPr>
              <p:spPr bwMode="auto">
                <a:xfrm>
                  <a:off x="561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31594" name="AutoShape 170"/>
              <p:cNvCxnSpPr>
                <a:cxnSpLocks noChangeShapeType="1"/>
                <a:stCxn id="231569" idx="3"/>
                <a:endCxn id="231584" idx="1"/>
              </p:cNvCxnSpPr>
              <p:nvPr/>
            </p:nvCxnSpPr>
            <p:spPr bwMode="auto">
              <a:xfrm>
                <a:off x="4704" y="1209"/>
                <a:ext cx="144" cy="336"/>
              </a:xfrm>
              <a:prstGeom prst="straightConnector1">
                <a:avLst/>
              </a:prstGeom>
              <a:noFill/>
              <a:ln w="9525">
                <a:solidFill>
                  <a:schemeClr val="tx1"/>
                </a:solidFill>
                <a:round/>
                <a:headEnd/>
                <a:tailEnd type="triangle" w="med" len="med"/>
              </a:ln>
              <a:effectLst/>
            </p:spPr>
          </p:cxnSp>
        </p:grpSp>
      </p:grpSp>
      <p:cxnSp>
        <p:nvCxnSpPr>
          <p:cNvPr id="231595" name="AutoShape 171"/>
          <p:cNvCxnSpPr>
            <a:cxnSpLocks noChangeShapeType="1"/>
            <a:stCxn id="0" idx="3"/>
            <a:endCxn id="231584" idx="1"/>
          </p:cNvCxnSpPr>
          <p:nvPr/>
        </p:nvCxnSpPr>
        <p:spPr bwMode="auto">
          <a:xfrm flipV="1">
            <a:off x="7696200" y="2605088"/>
            <a:ext cx="152400" cy="1371600"/>
          </a:xfrm>
          <a:prstGeom prst="straightConnector1">
            <a:avLst/>
          </a:prstGeom>
          <a:noFill/>
          <a:ln w="9525">
            <a:solidFill>
              <a:schemeClr val="tx1"/>
            </a:solidFill>
            <a:round/>
            <a:headEnd/>
            <a:tailEnd type="triangle" w="med" len="med"/>
          </a:ln>
          <a:effectLst/>
        </p:spPr>
      </p:cxnSp>
      <p:sp>
        <p:nvSpPr>
          <p:cNvPr id="231596" name="Freeform 172"/>
          <p:cNvSpPr>
            <a:spLocks/>
          </p:cNvSpPr>
          <p:nvPr/>
        </p:nvSpPr>
        <p:spPr bwMode="auto">
          <a:xfrm>
            <a:off x="804863" y="2141538"/>
            <a:ext cx="8026400" cy="3133725"/>
          </a:xfrm>
          <a:custGeom>
            <a:avLst/>
            <a:gdLst/>
            <a:ahLst/>
            <a:cxnLst>
              <a:cxn ang="0">
                <a:pos x="119" y="557"/>
              </a:cxn>
              <a:cxn ang="0">
                <a:pos x="174" y="886"/>
              </a:cxn>
              <a:cxn ang="0">
                <a:pos x="284" y="1106"/>
              </a:cxn>
              <a:cxn ang="0">
                <a:pos x="485" y="1005"/>
              </a:cxn>
              <a:cxn ang="0">
                <a:pos x="549" y="914"/>
              </a:cxn>
              <a:cxn ang="0">
                <a:pos x="650" y="859"/>
              </a:cxn>
              <a:cxn ang="0">
                <a:pos x="778" y="658"/>
              </a:cxn>
              <a:cxn ang="0">
                <a:pos x="896" y="530"/>
              </a:cxn>
              <a:cxn ang="0">
                <a:pos x="1143" y="438"/>
              </a:cxn>
              <a:cxn ang="0">
                <a:pos x="1290" y="758"/>
              </a:cxn>
              <a:cxn ang="0">
                <a:pos x="1354" y="941"/>
              </a:cxn>
              <a:cxn ang="0">
                <a:pos x="1399" y="1097"/>
              </a:cxn>
              <a:cxn ang="0">
                <a:pos x="1500" y="1472"/>
              </a:cxn>
              <a:cxn ang="0">
                <a:pos x="1628" y="1755"/>
              </a:cxn>
              <a:cxn ang="0">
                <a:pos x="1674" y="1792"/>
              </a:cxn>
              <a:cxn ang="0">
                <a:pos x="1747" y="1856"/>
              </a:cxn>
              <a:cxn ang="0">
                <a:pos x="1939" y="1974"/>
              </a:cxn>
              <a:cxn ang="0">
                <a:pos x="2341" y="1746"/>
              </a:cxn>
              <a:cxn ang="0">
                <a:pos x="2451" y="1600"/>
              </a:cxn>
              <a:cxn ang="0">
                <a:pos x="2533" y="1444"/>
              </a:cxn>
              <a:cxn ang="0">
                <a:pos x="2643" y="1289"/>
              </a:cxn>
              <a:cxn ang="0">
                <a:pos x="2807" y="914"/>
              </a:cxn>
              <a:cxn ang="0">
                <a:pos x="2999" y="676"/>
              </a:cxn>
              <a:cxn ang="0">
                <a:pos x="3237" y="448"/>
              </a:cxn>
              <a:cxn ang="0">
                <a:pos x="3356" y="310"/>
              </a:cxn>
              <a:cxn ang="0">
                <a:pos x="3420" y="228"/>
              </a:cxn>
              <a:cxn ang="0">
                <a:pos x="3639" y="146"/>
              </a:cxn>
              <a:cxn ang="0">
                <a:pos x="4014" y="54"/>
              </a:cxn>
              <a:cxn ang="0">
                <a:pos x="4151" y="54"/>
              </a:cxn>
              <a:cxn ang="0">
                <a:pos x="4453" y="91"/>
              </a:cxn>
              <a:cxn ang="0">
                <a:pos x="4563" y="146"/>
              </a:cxn>
              <a:cxn ang="0">
                <a:pos x="4709" y="228"/>
              </a:cxn>
              <a:cxn ang="0">
                <a:pos x="4846" y="301"/>
              </a:cxn>
              <a:cxn ang="0">
                <a:pos x="4956" y="356"/>
              </a:cxn>
            </a:cxnLst>
            <a:rect l="0" t="0" r="r" b="b"/>
            <a:pathLst>
              <a:path w="5056" h="1974">
                <a:moveTo>
                  <a:pt x="0" y="0"/>
                </a:moveTo>
                <a:cubicBezTo>
                  <a:pt x="16" y="191"/>
                  <a:pt x="82" y="370"/>
                  <a:pt x="119" y="557"/>
                </a:cubicBezTo>
                <a:cubicBezTo>
                  <a:pt x="101" y="647"/>
                  <a:pt x="125" y="750"/>
                  <a:pt x="165" y="832"/>
                </a:cubicBezTo>
                <a:cubicBezTo>
                  <a:pt x="168" y="850"/>
                  <a:pt x="172" y="868"/>
                  <a:pt x="174" y="886"/>
                </a:cubicBezTo>
                <a:cubicBezTo>
                  <a:pt x="178" y="938"/>
                  <a:pt x="175" y="991"/>
                  <a:pt x="183" y="1042"/>
                </a:cubicBezTo>
                <a:cubicBezTo>
                  <a:pt x="187" y="1065"/>
                  <a:pt x="257" y="1097"/>
                  <a:pt x="284" y="1106"/>
                </a:cubicBezTo>
                <a:cubicBezTo>
                  <a:pt x="312" y="1101"/>
                  <a:pt x="345" y="1106"/>
                  <a:pt x="366" y="1088"/>
                </a:cubicBezTo>
                <a:cubicBezTo>
                  <a:pt x="469" y="997"/>
                  <a:pt x="345" y="1059"/>
                  <a:pt x="485" y="1005"/>
                </a:cubicBezTo>
                <a:cubicBezTo>
                  <a:pt x="503" y="987"/>
                  <a:pt x="534" y="975"/>
                  <a:pt x="540" y="950"/>
                </a:cubicBezTo>
                <a:cubicBezTo>
                  <a:pt x="543" y="938"/>
                  <a:pt x="541" y="924"/>
                  <a:pt x="549" y="914"/>
                </a:cubicBezTo>
                <a:cubicBezTo>
                  <a:pt x="555" y="907"/>
                  <a:pt x="567" y="909"/>
                  <a:pt x="576" y="905"/>
                </a:cubicBezTo>
                <a:cubicBezTo>
                  <a:pt x="602" y="894"/>
                  <a:pt x="629" y="878"/>
                  <a:pt x="650" y="859"/>
                </a:cubicBezTo>
                <a:cubicBezTo>
                  <a:pt x="695" y="819"/>
                  <a:pt x="719" y="781"/>
                  <a:pt x="759" y="740"/>
                </a:cubicBezTo>
                <a:cubicBezTo>
                  <a:pt x="768" y="713"/>
                  <a:pt x="765" y="683"/>
                  <a:pt x="778" y="658"/>
                </a:cubicBezTo>
                <a:cubicBezTo>
                  <a:pt x="798" y="618"/>
                  <a:pt x="824" y="624"/>
                  <a:pt x="851" y="594"/>
                </a:cubicBezTo>
                <a:cubicBezTo>
                  <a:pt x="868" y="575"/>
                  <a:pt x="881" y="551"/>
                  <a:pt x="896" y="530"/>
                </a:cubicBezTo>
                <a:cubicBezTo>
                  <a:pt x="902" y="521"/>
                  <a:pt x="1002" y="464"/>
                  <a:pt x="1024" y="457"/>
                </a:cubicBezTo>
                <a:cubicBezTo>
                  <a:pt x="1062" y="419"/>
                  <a:pt x="1090" y="431"/>
                  <a:pt x="1143" y="438"/>
                </a:cubicBezTo>
                <a:cubicBezTo>
                  <a:pt x="1193" y="472"/>
                  <a:pt x="1212" y="527"/>
                  <a:pt x="1244" y="576"/>
                </a:cubicBezTo>
                <a:cubicBezTo>
                  <a:pt x="1254" y="638"/>
                  <a:pt x="1269" y="698"/>
                  <a:pt x="1290" y="758"/>
                </a:cubicBezTo>
                <a:cubicBezTo>
                  <a:pt x="1301" y="790"/>
                  <a:pt x="1302" y="816"/>
                  <a:pt x="1326" y="841"/>
                </a:cubicBezTo>
                <a:cubicBezTo>
                  <a:pt x="1333" y="877"/>
                  <a:pt x="1341" y="907"/>
                  <a:pt x="1354" y="941"/>
                </a:cubicBezTo>
                <a:cubicBezTo>
                  <a:pt x="1357" y="969"/>
                  <a:pt x="1355" y="997"/>
                  <a:pt x="1363" y="1024"/>
                </a:cubicBezTo>
                <a:cubicBezTo>
                  <a:pt x="1371" y="1050"/>
                  <a:pt x="1399" y="1097"/>
                  <a:pt x="1399" y="1097"/>
                </a:cubicBezTo>
                <a:cubicBezTo>
                  <a:pt x="1422" y="1214"/>
                  <a:pt x="1453" y="1322"/>
                  <a:pt x="1491" y="1435"/>
                </a:cubicBezTo>
                <a:cubicBezTo>
                  <a:pt x="1495" y="1447"/>
                  <a:pt x="1497" y="1460"/>
                  <a:pt x="1500" y="1472"/>
                </a:cubicBezTo>
                <a:cubicBezTo>
                  <a:pt x="1503" y="1487"/>
                  <a:pt x="1504" y="1502"/>
                  <a:pt x="1509" y="1517"/>
                </a:cubicBezTo>
                <a:cubicBezTo>
                  <a:pt x="1531" y="1583"/>
                  <a:pt x="1583" y="1704"/>
                  <a:pt x="1628" y="1755"/>
                </a:cubicBezTo>
                <a:cubicBezTo>
                  <a:pt x="1635" y="1763"/>
                  <a:pt x="1647" y="1766"/>
                  <a:pt x="1655" y="1773"/>
                </a:cubicBezTo>
                <a:cubicBezTo>
                  <a:pt x="1662" y="1779"/>
                  <a:pt x="1668" y="1785"/>
                  <a:pt x="1674" y="1792"/>
                </a:cubicBezTo>
                <a:cubicBezTo>
                  <a:pt x="1681" y="1800"/>
                  <a:pt x="1684" y="1812"/>
                  <a:pt x="1692" y="1819"/>
                </a:cubicBezTo>
                <a:cubicBezTo>
                  <a:pt x="1709" y="1834"/>
                  <a:pt x="1730" y="1842"/>
                  <a:pt x="1747" y="1856"/>
                </a:cubicBezTo>
                <a:cubicBezTo>
                  <a:pt x="1769" y="1874"/>
                  <a:pt x="1778" y="1905"/>
                  <a:pt x="1802" y="1920"/>
                </a:cubicBezTo>
                <a:cubicBezTo>
                  <a:pt x="1825" y="1934"/>
                  <a:pt x="1913" y="1965"/>
                  <a:pt x="1939" y="1974"/>
                </a:cubicBezTo>
                <a:cubicBezTo>
                  <a:pt x="1991" y="1957"/>
                  <a:pt x="2049" y="1949"/>
                  <a:pt x="2103" y="1938"/>
                </a:cubicBezTo>
                <a:cubicBezTo>
                  <a:pt x="2185" y="1876"/>
                  <a:pt x="2262" y="1813"/>
                  <a:pt x="2341" y="1746"/>
                </a:cubicBezTo>
                <a:cubicBezTo>
                  <a:pt x="2366" y="1725"/>
                  <a:pt x="2376" y="1731"/>
                  <a:pt x="2396" y="1700"/>
                </a:cubicBezTo>
                <a:cubicBezTo>
                  <a:pt x="2417" y="1668"/>
                  <a:pt x="2433" y="1633"/>
                  <a:pt x="2451" y="1600"/>
                </a:cubicBezTo>
                <a:cubicBezTo>
                  <a:pt x="2468" y="1569"/>
                  <a:pt x="2495" y="1542"/>
                  <a:pt x="2506" y="1508"/>
                </a:cubicBezTo>
                <a:cubicBezTo>
                  <a:pt x="2512" y="1490"/>
                  <a:pt x="2521" y="1458"/>
                  <a:pt x="2533" y="1444"/>
                </a:cubicBezTo>
                <a:cubicBezTo>
                  <a:pt x="2552" y="1420"/>
                  <a:pt x="2582" y="1408"/>
                  <a:pt x="2606" y="1389"/>
                </a:cubicBezTo>
                <a:cubicBezTo>
                  <a:pt x="2623" y="1356"/>
                  <a:pt x="2628" y="1322"/>
                  <a:pt x="2643" y="1289"/>
                </a:cubicBezTo>
                <a:cubicBezTo>
                  <a:pt x="2731" y="1089"/>
                  <a:pt x="2700" y="1141"/>
                  <a:pt x="2798" y="1014"/>
                </a:cubicBezTo>
                <a:cubicBezTo>
                  <a:pt x="2801" y="981"/>
                  <a:pt x="2798" y="946"/>
                  <a:pt x="2807" y="914"/>
                </a:cubicBezTo>
                <a:cubicBezTo>
                  <a:pt x="2829" y="836"/>
                  <a:pt x="2925" y="790"/>
                  <a:pt x="2963" y="731"/>
                </a:cubicBezTo>
                <a:cubicBezTo>
                  <a:pt x="2975" y="713"/>
                  <a:pt x="2983" y="691"/>
                  <a:pt x="2999" y="676"/>
                </a:cubicBezTo>
                <a:cubicBezTo>
                  <a:pt x="3020" y="656"/>
                  <a:pt x="3072" y="630"/>
                  <a:pt x="3072" y="630"/>
                </a:cubicBezTo>
                <a:cubicBezTo>
                  <a:pt x="3108" y="562"/>
                  <a:pt x="3167" y="482"/>
                  <a:pt x="3237" y="448"/>
                </a:cubicBezTo>
                <a:cubicBezTo>
                  <a:pt x="3243" y="430"/>
                  <a:pt x="3239" y="404"/>
                  <a:pt x="3255" y="393"/>
                </a:cubicBezTo>
                <a:cubicBezTo>
                  <a:pt x="3291" y="368"/>
                  <a:pt x="3322" y="338"/>
                  <a:pt x="3356" y="310"/>
                </a:cubicBezTo>
                <a:cubicBezTo>
                  <a:pt x="3377" y="246"/>
                  <a:pt x="3345" y="322"/>
                  <a:pt x="3402" y="265"/>
                </a:cubicBezTo>
                <a:cubicBezTo>
                  <a:pt x="3412" y="255"/>
                  <a:pt x="3410" y="237"/>
                  <a:pt x="3420" y="228"/>
                </a:cubicBezTo>
                <a:cubicBezTo>
                  <a:pt x="3431" y="219"/>
                  <a:pt x="3501" y="201"/>
                  <a:pt x="3520" y="192"/>
                </a:cubicBezTo>
                <a:cubicBezTo>
                  <a:pt x="3559" y="174"/>
                  <a:pt x="3604" y="163"/>
                  <a:pt x="3639" y="146"/>
                </a:cubicBezTo>
                <a:cubicBezTo>
                  <a:pt x="3684" y="124"/>
                  <a:pt x="3736" y="82"/>
                  <a:pt x="3786" y="73"/>
                </a:cubicBezTo>
                <a:cubicBezTo>
                  <a:pt x="3861" y="60"/>
                  <a:pt x="3938" y="61"/>
                  <a:pt x="4014" y="54"/>
                </a:cubicBezTo>
                <a:cubicBezTo>
                  <a:pt x="4045" y="57"/>
                  <a:pt x="4075" y="64"/>
                  <a:pt x="4106" y="64"/>
                </a:cubicBezTo>
                <a:cubicBezTo>
                  <a:pt x="4121" y="64"/>
                  <a:pt x="4136" y="54"/>
                  <a:pt x="4151" y="54"/>
                </a:cubicBezTo>
                <a:cubicBezTo>
                  <a:pt x="4167" y="54"/>
                  <a:pt x="4181" y="62"/>
                  <a:pt x="4197" y="64"/>
                </a:cubicBezTo>
                <a:cubicBezTo>
                  <a:pt x="4282" y="74"/>
                  <a:pt x="4368" y="80"/>
                  <a:pt x="4453" y="91"/>
                </a:cubicBezTo>
                <a:cubicBezTo>
                  <a:pt x="4480" y="100"/>
                  <a:pt x="4508" y="109"/>
                  <a:pt x="4535" y="118"/>
                </a:cubicBezTo>
                <a:cubicBezTo>
                  <a:pt x="4548" y="122"/>
                  <a:pt x="4552" y="139"/>
                  <a:pt x="4563" y="146"/>
                </a:cubicBezTo>
                <a:cubicBezTo>
                  <a:pt x="4571" y="151"/>
                  <a:pt x="4581" y="152"/>
                  <a:pt x="4590" y="155"/>
                </a:cubicBezTo>
                <a:cubicBezTo>
                  <a:pt x="4628" y="193"/>
                  <a:pt x="4657" y="211"/>
                  <a:pt x="4709" y="228"/>
                </a:cubicBezTo>
                <a:cubicBezTo>
                  <a:pt x="4745" y="240"/>
                  <a:pt x="4756" y="234"/>
                  <a:pt x="4791" y="256"/>
                </a:cubicBezTo>
                <a:cubicBezTo>
                  <a:pt x="4811" y="269"/>
                  <a:pt x="4826" y="288"/>
                  <a:pt x="4846" y="301"/>
                </a:cubicBezTo>
                <a:cubicBezTo>
                  <a:pt x="4868" y="315"/>
                  <a:pt x="4896" y="316"/>
                  <a:pt x="4919" y="329"/>
                </a:cubicBezTo>
                <a:cubicBezTo>
                  <a:pt x="4932" y="336"/>
                  <a:pt x="4942" y="349"/>
                  <a:pt x="4956" y="356"/>
                </a:cubicBezTo>
                <a:cubicBezTo>
                  <a:pt x="5050" y="403"/>
                  <a:pt x="5034" y="421"/>
                  <a:pt x="5056" y="374"/>
                </a:cubicBezTo>
              </a:path>
            </a:pathLst>
          </a:custGeom>
          <a:noFill/>
          <a:ln w="38100" cap="flat" cmpd="sng">
            <a:solidFill>
              <a:srgbClr val="FF3300"/>
            </a:solidFill>
            <a:prstDash val="solid"/>
            <a:round/>
            <a:headEnd/>
            <a:tailEnd/>
          </a:ln>
          <a:effectLst/>
        </p:spPr>
        <p:txBody>
          <a:bodyPr wrap="none" anchor="ctr">
            <a:prstTxWarp prst="textNoShape">
              <a:avLst/>
            </a:prstTxWarp>
          </a:bodyPr>
          <a:lstStyle/>
          <a:p>
            <a:endParaRPr lang="en-US"/>
          </a:p>
        </p:txBody>
      </p:sp>
      <p:sp>
        <p:nvSpPr>
          <p:cNvPr id="231598" name="Text Box 174"/>
          <p:cNvSpPr txBox="1">
            <a:spLocks noChangeArrowheads="1"/>
          </p:cNvSpPr>
          <p:nvPr/>
        </p:nvSpPr>
        <p:spPr bwMode="auto">
          <a:xfrm>
            <a:off x="5000625" y="5108575"/>
            <a:ext cx="3379788" cy="376238"/>
          </a:xfrm>
          <a:prstGeom prst="rect">
            <a:avLst/>
          </a:prstGeom>
          <a:solidFill>
            <a:srgbClr val="FFFF66"/>
          </a:solidFill>
          <a:ln w="9525">
            <a:solidFill>
              <a:schemeClr val="tx1"/>
            </a:solidFill>
            <a:miter lim="800000"/>
            <a:headEnd/>
            <a:tailEnd/>
          </a:ln>
          <a:effectLst>
            <a:outerShdw blurRad="63500" dist="107763" dir="2700000" algn="ctr" rotWithShape="0">
              <a:schemeClr val="bg2">
                <a:alpha val="50000"/>
              </a:schemeClr>
            </a:outerShdw>
          </a:effectLst>
        </p:spPr>
        <p:txBody>
          <a:bodyPr wrap="none">
            <a:prstTxWarp prst="textNoShape">
              <a:avLst/>
            </a:prstTxWarp>
            <a:spAutoFit/>
          </a:bodyPr>
          <a:lstStyle/>
          <a:p>
            <a:r>
              <a:rPr lang="en-US">
                <a:latin typeface="Comic Sans MS" charset="0"/>
              </a:rPr>
              <a:t>Which activity to crash 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3000" tmFilter="0, 0; .2, .5; .8, .5; 1, 0"/>
                                        <p:tgtEl>
                                          <p:spTgt spid="231490"/>
                                        </p:tgtEl>
                                      </p:cBhvr>
                                    </p:animEffect>
                                    <p:animScale>
                                      <p:cBhvr>
                                        <p:cTn id="7" dur="1500" autoRev="1" fill="hold"/>
                                        <p:tgtEl>
                                          <p:spTgt spid="23149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Date Placeholder 3"/>
          <p:cNvSpPr>
            <a:spLocks noGrp="1"/>
          </p:cNvSpPr>
          <p:nvPr>
            <p:ph type="dt" sz="half" idx="10"/>
          </p:nvPr>
        </p:nvSpPr>
        <p:spPr/>
        <p:txBody>
          <a:bodyPr/>
          <a:lstStyle/>
          <a:p>
            <a:fld id="{027FCE7F-AC28-FA43-8DD5-385D4D4C9B5C}" type="datetime1">
              <a:rPr lang="en-US" smtClean="0"/>
              <a:pPr/>
              <a:t>4/21/25</a:t>
            </a:fld>
            <a:endParaRPr lang="en-US"/>
          </a:p>
        </p:txBody>
      </p:sp>
      <p:sp>
        <p:nvSpPr>
          <p:cNvPr id="177" name="Slide Number Placeholder 5"/>
          <p:cNvSpPr>
            <a:spLocks noGrp="1"/>
          </p:cNvSpPr>
          <p:nvPr>
            <p:ph type="sldNum" sz="quarter" idx="12"/>
          </p:nvPr>
        </p:nvSpPr>
        <p:spPr/>
        <p:txBody>
          <a:bodyPr/>
          <a:lstStyle/>
          <a:p>
            <a:endParaRPr lang="en-US"/>
          </a:p>
          <a:p>
            <a:fld id="{167653B7-BC5C-A64A-A7EC-E3050C1188D9}" type="slidenum">
              <a:rPr lang="en-US"/>
              <a:pPr/>
              <a:t>30</a:t>
            </a:fld>
            <a:endParaRPr lang="en-US"/>
          </a:p>
        </p:txBody>
      </p:sp>
      <p:sp>
        <p:nvSpPr>
          <p:cNvPr id="243714" name="Rectangle 2"/>
          <p:cNvSpPr>
            <a:spLocks noGrp="1" noChangeArrowheads="1"/>
          </p:cNvSpPr>
          <p:nvPr>
            <p:ph type="title"/>
          </p:nvPr>
        </p:nvSpPr>
        <p:spPr/>
        <p:txBody>
          <a:bodyPr/>
          <a:lstStyle/>
          <a:p>
            <a:r>
              <a:rPr lang="en-US"/>
              <a:t>After Crashing Activity B by 1 Week</a:t>
            </a:r>
          </a:p>
        </p:txBody>
      </p:sp>
      <p:graphicFrame>
        <p:nvGraphicFramePr>
          <p:cNvPr id="243715" name="Group 3"/>
          <p:cNvGraphicFramePr>
            <a:graphicFrameLocks noGrp="1"/>
          </p:cNvGraphicFramePr>
          <p:nvPr/>
        </p:nvGraphicFramePr>
        <p:xfrm>
          <a:off x="1828800" y="42672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43729" name="Group 17"/>
          <p:cNvGraphicFramePr>
            <a:graphicFrameLocks noGrp="1"/>
          </p:cNvGraphicFramePr>
          <p:nvPr/>
        </p:nvGraphicFramePr>
        <p:xfrm>
          <a:off x="3352800" y="3048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52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43743" name="Group 31"/>
          <p:cNvGraphicFramePr>
            <a:graphicFrameLocks noGrp="1"/>
          </p:cNvGraphicFramePr>
          <p:nvPr/>
        </p:nvGraphicFramePr>
        <p:xfrm>
          <a:off x="3276600" y="1447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43757" name="Group 45"/>
          <p:cNvGraphicFramePr>
            <a:graphicFrameLocks noGrp="1"/>
          </p:cNvGraphicFramePr>
          <p:nvPr/>
        </p:nvGraphicFramePr>
        <p:xfrm>
          <a:off x="6477000" y="3429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43771" name="AutoShape 59"/>
          <p:cNvCxnSpPr>
            <a:cxnSpLocks noChangeShapeType="1"/>
            <a:stCxn id="243796" idx="3"/>
            <a:endCxn id="0" idx="0"/>
          </p:cNvCxnSpPr>
          <p:nvPr/>
        </p:nvCxnSpPr>
        <p:spPr bwMode="auto">
          <a:xfrm>
            <a:off x="1600200" y="3976688"/>
            <a:ext cx="228600" cy="276225"/>
          </a:xfrm>
          <a:prstGeom prst="straightConnector1">
            <a:avLst/>
          </a:prstGeom>
          <a:noFill/>
          <a:ln w="9525">
            <a:solidFill>
              <a:schemeClr val="tx1"/>
            </a:solidFill>
            <a:round/>
            <a:headEnd/>
            <a:tailEnd type="triangle" w="med" len="med"/>
          </a:ln>
          <a:effectLst/>
        </p:spPr>
      </p:cxnSp>
      <p:cxnSp>
        <p:nvCxnSpPr>
          <p:cNvPr id="243772" name="AutoShape 60"/>
          <p:cNvCxnSpPr>
            <a:cxnSpLocks noChangeShapeType="1"/>
            <a:stCxn id="243810" idx="3"/>
            <a:endCxn id="0" idx="1"/>
          </p:cNvCxnSpPr>
          <p:nvPr/>
        </p:nvCxnSpPr>
        <p:spPr bwMode="auto">
          <a:xfrm flipV="1">
            <a:off x="2971800" y="1995488"/>
            <a:ext cx="304800" cy="533400"/>
          </a:xfrm>
          <a:prstGeom prst="straightConnector1">
            <a:avLst/>
          </a:prstGeom>
          <a:noFill/>
          <a:ln w="9525">
            <a:solidFill>
              <a:schemeClr val="tx1"/>
            </a:solidFill>
            <a:round/>
            <a:headEnd/>
            <a:tailEnd type="triangle" w="med" len="med"/>
          </a:ln>
          <a:effectLst/>
        </p:spPr>
      </p:cxnSp>
      <p:cxnSp>
        <p:nvCxnSpPr>
          <p:cNvPr id="243773" name="AutoShape 61"/>
          <p:cNvCxnSpPr>
            <a:cxnSpLocks noChangeShapeType="1"/>
            <a:stCxn id="243810" idx="3"/>
            <a:endCxn id="0" idx="1"/>
          </p:cNvCxnSpPr>
          <p:nvPr/>
        </p:nvCxnSpPr>
        <p:spPr bwMode="auto">
          <a:xfrm>
            <a:off x="2971800" y="2528888"/>
            <a:ext cx="381000" cy="1066800"/>
          </a:xfrm>
          <a:prstGeom prst="straightConnector1">
            <a:avLst/>
          </a:prstGeom>
          <a:noFill/>
          <a:ln w="9525">
            <a:solidFill>
              <a:schemeClr val="tx1"/>
            </a:solidFill>
            <a:round/>
            <a:headEnd/>
            <a:tailEnd type="triangle" w="med" len="med"/>
          </a:ln>
          <a:effectLst/>
        </p:spPr>
      </p:cxnSp>
      <p:cxnSp>
        <p:nvCxnSpPr>
          <p:cNvPr id="243774" name="AutoShape 62"/>
          <p:cNvCxnSpPr>
            <a:cxnSpLocks noChangeShapeType="1"/>
            <a:stCxn id="0" idx="3"/>
            <a:endCxn id="243825" idx="1"/>
          </p:cNvCxnSpPr>
          <p:nvPr/>
        </p:nvCxnSpPr>
        <p:spPr bwMode="auto">
          <a:xfrm>
            <a:off x="3048000" y="4814888"/>
            <a:ext cx="304800" cy="457200"/>
          </a:xfrm>
          <a:prstGeom prst="straightConnector1">
            <a:avLst/>
          </a:prstGeom>
          <a:noFill/>
          <a:ln w="9525">
            <a:solidFill>
              <a:schemeClr val="tx1"/>
            </a:solidFill>
            <a:round/>
            <a:headEnd/>
            <a:tailEnd type="triangle" w="med" len="med"/>
          </a:ln>
          <a:effectLst/>
        </p:spPr>
      </p:cxnSp>
      <p:cxnSp>
        <p:nvCxnSpPr>
          <p:cNvPr id="243775" name="AutoShape 63"/>
          <p:cNvCxnSpPr>
            <a:cxnSpLocks noChangeShapeType="1"/>
            <a:stCxn id="0" idx="3"/>
            <a:endCxn id="243858" idx="1"/>
          </p:cNvCxnSpPr>
          <p:nvPr/>
        </p:nvCxnSpPr>
        <p:spPr bwMode="auto">
          <a:xfrm>
            <a:off x="4495800" y="1995488"/>
            <a:ext cx="1905000" cy="76200"/>
          </a:xfrm>
          <a:prstGeom prst="straightConnector1">
            <a:avLst/>
          </a:prstGeom>
          <a:noFill/>
          <a:ln w="9525">
            <a:solidFill>
              <a:schemeClr val="tx1"/>
            </a:solidFill>
            <a:round/>
            <a:headEnd/>
            <a:tailEnd type="triangle" w="med" len="med"/>
          </a:ln>
          <a:effectLst/>
        </p:spPr>
      </p:cxnSp>
      <p:cxnSp>
        <p:nvCxnSpPr>
          <p:cNvPr id="243776" name="AutoShape 64"/>
          <p:cNvCxnSpPr>
            <a:cxnSpLocks noChangeShapeType="1"/>
            <a:stCxn id="0" idx="3"/>
            <a:endCxn id="243839" idx="1"/>
          </p:cNvCxnSpPr>
          <p:nvPr/>
        </p:nvCxnSpPr>
        <p:spPr bwMode="auto">
          <a:xfrm flipV="1">
            <a:off x="4572000" y="2909888"/>
            <a:ext cx="304800" cy="685800"/>
          </a:xfrm>
          <a:prstGeom prst="straightConnector1">
            <a:avLst/>
          </a:prstGeom>
          <a:noFill/>
          <a:ln w="9525">
            <a:solidFill>
              <a:schemeClr val="tx1"/>
            </a:solidFill>
            <a:round/>
            <a:headEnd/>
            <a:tailEnd type="triangle" w="med" len="med"/>
          </a:ln>
          <a:effectLst/>
        </p:spPr>
      </p:cxnSp>
      <p:cxnSp>
        <p:nvCxnSpPr>
          <p:cNvPr id="243777" name="AutoShape 65"/>
          <p:cNvCxnSpPr>
            <a:cxnSpLocks noChangeShapeType="1"/>
            <a:stCxn id="243838" idx="3"/>
            <a:endCxn id="0" idx="1"/>
          </p:cNvCxnSpPr>
          <p:nvPr/>
        </p:nvCxnSpPr>
        <p:spPr bwMode="auto">
          <a:xfrm>
            <a:off x="6096000" y="2909888"/>
            <a:ext cx="381000" cy="1066800"/>
          </a:xfrm>
          <a:prstGeom prst="straightConnector1">
            <a:avLst/>
          </a:prstGeom>
          <a:noFill/>
          <a:ln w="9525">
            <a:solidFill>
              <a:schemeClr val="tx1"/>
            </a:solidFill>
            <a:round/>
            <a:headEnd/>
            <a:tailEnd type="triangle" w="med" len="med"/>
          </a:ln>
          <a:effectLst/>
        </p:spPr>
      </p:cxnSp>
      <p:grpSp>
        <p:nvGrpSpPr>
          <p:cNvPr id="243778" name="Group 66"/>
          <p:cNvGrpSpPr>
            <a:grpSpLocks/>
          </p:cNvGrpSpPr>
          <p:nvPr/>
        </p:nvGrpSpPr>
        <p:grpSpPr bwMode="auto">
          <a:xfrm>
            <a:off x="304800" y="1524000"/>
            <a:ext cx="8763000" cy="4294188"/>
            <a:chOff x="96" y="864"/>
            <a:chExt cx="5520" cy="2705"/>
          </a:xfrm>
        </p:grpSpPr>
        <p:grpSp>
          <p:nvGrpSpPr>
            <p:cNvPr id="243779" name="Group 67"/>
            <p:cNvGrpSpPr>
              <a:grpSpLocks/>
            </p:cNvGrpSpPr>
            <p:nvPr/>
          </p:nvGrpSpPr>
          <p:grpSpPr bwMode="auto">
            <a:xfrm>
              <a:off x="96" y="1200"/>
              <a:ext cx="768" cy="689"/>
              <a:chOff x="96" y="1200"/>
              <a:chExt cx="768" cy="689"/>
            </a:xfrm>
          </p:grpSpPr>
          <p:sp>
            <p:nvSpPr>
              <p:cNvPr id="243780" name="Rectangle 68"/>
              <p:cNvSpPr>
                <a:spLocks noChangeArrowheads="1"/>
              </p:cNvSpPr>
              <p:nvPr/>
            </p:nvSpPr>
            <p:spPr bwMode="auto">
              <a:xfrm>
                <a:off x="480"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3781" name="Rectangle 69"/>
              <p:cNvSpPr>
                <a:spLocks noChangeArrowheads="1"/>
              </p:cNvSpPr>
              <p:nvPr/>
            </p:nvSpPr>
            <p:spPr bwMode="auto">
              <a:xfrm>
                <a:off x="96"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3782" name="Rectangle 70"/>
              <p:cNvSpPr>
                <a:spLocks noChangeArrowheads="1"/>
              </p:cNvSpPr>
              <p:nvPr/>
            </p:nvSpPr>
            <p:spPr bwMode="auto">
              <a:xfrm>
                <a:off x="480"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43783" name="Rectangle 71"/>
              <p:cNvSpPr>
                <a:spLocks noChangeArrowheads="1"/>
              </p:cNvSpPr>
              <p:nvPr/>
            </p:nvSpPr>
            <p:spPr bwMode="auto">
              <a:xfrm>
                <a:off x="96"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ST</a:t>
                </a:r>
              </a:p>
            </p:txBody>
          </p:sp>
          <p:sp>
            <p:nvSpPr>
              <p:cNvPr id="243784" name="Rectangle 72"/>
              <p:cNvSpPr>
                <a:spLocks noChangeArrowheads="1"/>
              </p:cNvSpPr>
              <p:nvPr/>
            </p:nvSpPr>
            <p:spPr bwMode="auto">
              <a:xfrm>
                <a:off x="480"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3785" name="Rectangle 73"/>
              <p:cNvSpPr>
                <a:spLocks noChangeArrowheads="1"/>
              </p:cNvSpPr>
              <p:nvPr/>
            </p:nvSpPr>
            <p:spPr bwMode="auto">
              <a:xfrm>
                <a:off x="96"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3786" name="Line 74"/>
              <p:cNvSpPr>
                <a:spLocks noChangeShapeType="1"/>
              </p:cNvSpPr>
              <p:nvPr/>
            </p:nvSpPr>
            <p:spPr bwMode="auto">
              <a:xfrm>
                <a:off x="96"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787" name="Line 75"/>
              <p:cNvSpPr>
                <a:spLocks noChangeShapeType="1"/>
              </p:cNvSpPr>
              <p:nvPr/>
            </p:nvSpPr>
            <p:spPr bwMode="auto">
              <a:xfrm>
                <a:off x="96"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788" name="Line 76"/>
              <p:cNvSpPr>
                <a:spLocks noChangeShapeType="1"/>
              </p:cNvSpPr>
              <p:nvPr/>
            </p:nvSpPr>
            <p:spPr bwMode="auto">
              <a:xfrm>
                <a:off x="96"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789" name="Line 77"/>
              <p:cNvSpPr>
                <a:spLocks noChangeShapeType="1"/>
              </p:cNvSpPr>
              <p:nvPr/>
            </p:nvSpPr>
            <p:spPr bwMode="auto">
              <a:xfrm>
                <a:off x="96"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790" name="Line 78"/>
              <p:cNvSpPr>
                <a:spLocks noChangeShapeType="1"/>
              </p:cNvSpPr>
              <p:nvPr/>
            </p:nvSpPr>
            <p:spPr bwMode="auto">
              <a:xfrm>
                <a:off x="9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791" name="Line 79"/>
              <p:cNvSpPr>
                <a:spLocks noChangeShapeType="1"/>
              </p:cNvSpPr>
              <p:nvPr/>
            </p:nvSpPr>
            <p:spPr bwMode="auto">
              <a:xfrm>
                <a:off x="480"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792" name="Line 80"/>
              <p:cNvSpPr>
                <a:spLocks noChangeShapeType="1"/>
              </p:cNvSpPr>
              <p:nvPr/>
            </p:nvSpPr>
            <p:spPr bwMode="auto">
              <a:xfrm>
                <a:off x="864"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43793" name="Group 81"/>
            <p:cNvGrpSpPr>
              <a:grpSpLocks/>
            </p:cNvGrpSpPr>
            <p:nvPr/>
          </p:nvGrpSpPr>
          <p:grpSpPr bwMode="auto">
            <a:xfrm>
              <a:off x="144" y="2064"/>
              <a:ext cx="768" cy="689"/>
              <a:chOff x="144" y="2064"/>
              <a:chExt cx="768" cy="689"/>
            </a:xfrm>
          </p:grpSpPr>
          <p:sp>
            <p:nvSpPr>
              <p:cNvPr id="243794" name="Rectangle 82"/>
              <p:cNvSpPr>
                <a:spLocks noChangeArrowheads="1"/>
              </p:cNvSpPr>
              <p:nvPr/>
            </p:nvSpPr>
            <p:spPr bwMode="auto">
              <a:xfrm>
                <a:off x="528"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43795" name="Rectangle 83"/>
              <p:cNvSpPr>
                <a:spLocks noChangeArrowheads="1"/>
              </p:cNvSpPr>
              <p:nvPr/>
            </p:nvSpPr>
            <p:spPr bwMode="auto">
              <a:xfrm>
                <a:off x="144"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3796" name="Rectangle 84" descr="25%"/>
              <p:cNvSpPr>
                <a:spLocks noChangeArrowheads="1"/>
              </p:cNvSpPr>
              <p:nvPr/>
            </p:nvSpPr>
            <p:spPr bwMode="auto">
              <a:xfrm>
                <a:off x="528" y="2313"/>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5</a:t>
                </a:r>
              </a:p>
            </p:txBody>
          </p:sp>
          <p:sp>
            <p:nvSpPr>
              <p:cNvPr id="243797" name="Rectangle 85" descr="25%"/>
              <p:cNvSpPr>
                <a:spLocks noChangeArrowheads="1"/>
              </p:cNvSpPr>
              <p:nvPr/>
            </p:nvSpPr>
            <p:spPr bwMode="auto">
              <a:xfrm>
                <a:off x="144" y="2313"/>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A</a:t>
                </a:r>
              </a:p>
            </p:txBody>
          </p:sp>
          <p:sp>
            <p:nvSpPr>
              <p:cNvPr id="243798" name="Rectangle 86"/>
              <p:cNvSpPr>
                <a:spLocks noChangeArrowheads="1"/>
              </p:cNvSpPr>
              <p:nvPr/>
            </p:nvSpPr>
            <p:spPr bwMode="auto">
              <a:xfrm>
                <a:off x="528"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43799" name="Rectangle 87"/>
              <p:cNvSpPr>
                <a:spLocks noChangeArrowheads="1"/>
              </p:cNvSpPr>
              <p:nvPr/>
            </p:nvSpPr>
            <p:spPr bwMode="auto">
              <a:xfrm>
                <a:off x="144"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3800" name="Line 88"/>
              <p:cNvSpPr>
                <a:spLocks noChangeShapeType="1"/>
              </p:cNvSpPr>
              <p:nvPr/>
            </p:nvSpPr>
            <p:spPr bwMode="auto">
              <a:xfrm>
                <a:off x="144" y="20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01" name="Line 89"/>
              <p:cNvSpPr>
                <a:spLocks noChangeShapeType="1"/>
              </p:cNvSpPr>
              <p:nvPr/>
            </p:nvSpPr>
            <p:spPr bwMode="auto">
              <a:xfrm>
                <a:off x="144" y="23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02" name="Line 90"/>
              <p:cNvSpPr>
                <a:spLocks noChangeShapeType="1"/>
              </p:cNvSpPr>
              <p:nvPr/>
            </p:nvSpPr>
            <p:spPr bwMode="auto">
              <a:xfrm>
                <a:off x="144" y="25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03" name="Line 91"/>
              <p:cNvSpPr>
                <a:spLocks noChangeShapeType="1"/>
              </p:cNvSpPr>
              <p:nvPr/>
            </p:nvSpPr>
            <p:spPr bwMode="auto">
              <a:xfrm>
                <a:off x="144" y="27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04" name="Line 92"/>
              <p:cNvSpPr>
                <a:spLocks noChangeShapeType="1"/>
              </p:cNvSpPr>
              <p:nvPr/>
            </p:nvSpPr>
            <p:spPr bwMode="auto">
              <a:xfrm>
                <a:off x="144"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05" name="Line 93"/>
              <p:cNvSpPr>
                <a:spLocks noChangeShapeType="1"/>
              </p:cNvSpPr>
              <p:nvPr/>
            </p:nvSpPr>
            <p:spPr bwMode="auto">
              <a:xfrm>
                <a:off x="528" y="20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06" name="Line 94"/>
              <p:cNvSpPr>
                <a:spLocks noChangeShapeType="1"/>
              </p:cNvSpPr>
              <p:nvPr/>
            </p:nvSpPr>
            <p:spPr bwMode="auto">
              <a:xfrm>
                <a:off x="912"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43807" name="Group 95"/>
            <p:cNvGrpSpPr>
              <a:grpSpLocks/>
            </p:cNvGrpSpPr>
            <p:nvPr/>
          </p:nvGrpSpPr>
          <p:grpSpPr bwMode="auto">
            <a:xfrm>
              <a:off x="1008" y="1152"/>
              <a:ext cx="768" cy="689"/>
              <a:chOff x="1008" y="1152"/>
              <a:chExt cx="768" cy="689"/>
            </a:xfrm>
          </p:grpSpPr>
          <p:sp>
            <p:nvSpPr>
              <p:cNvPr id="243808" name="Rectangle 96"/>
              <p:cNvSpPr>
                <a:spLocks noChangeArrowheads="1"/>
              </p:cNvSpPr>
              <p:nvPr/>
            </p:nvSpPr>
            <p:spPr bwMode="auto">
              <a:xfrm>
                <a:off x="1392"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8</a:t>
                </a:r>
              </a:p>
            </p:txBody>
          </p:sp>
          <p:sp>
            <p:nvSpPr>
              <p:cNvPr id="243809" name="Rectangle 97"/>
              <p:cNvSpPr>
                <a:spLocks noChangeArrowheads="1"/>
              </p:cNvSpPr>
              <p:nvPr/>
            </p:nvSpPr>
            <p:spPr bwMode="auto">
              <a:xfrm>
                <a:off x="1008"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43810" name="Rectangle 98" descr="25%"/>
              <p:cNvSpPr>
                <a:spLocks noChangeArrowheads="1"/>
              </p:cNvSpPr>
              <p:nvPr/>
            </p:nvSpPr>
            <p:spPr bwMode="auto">
              <a:xfrm>
                <a:off x="1392" y="1401"/>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a:solidFill>
                      <a:srgbClr val="0000FF"/>
                    </a:solidFill>
                    <a:latin typeface="Comic Sans MS" charset="0"/>
                  </a:rPr>
                  <a:t>3</a:t>
                </a:r>
              </a:p>
            </p:txBody>
          </p:sp>
          <p:sp>
            <p:nvSpPr>
              <p:cNvPr id="243811" name="Rectangle 99" descr="25%"/>
              <p:cNvSpPr>
                <a:spLocks noChangeArrowheads="1"/>
              </p:cNvSpPr>
              <p:nvPr/>
            </p:nvSpPr>
            <p:spPr bwMode="auto">
              <a:xfrm>
                <a:off x="1008" y="1401"/>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a:solidFill>
                      <a:srgbClr val="0000FF"/>
                    </a:solidFill>
                    <a:latin typeface="Comic Sans MS" charset="0"/>
                  </a:rPr>
                  <a:t>B</a:t>
                </a:r>
              </a:p>
            </p:txBody>
          </p:sp>
          <p:sp>
            <p:nvSpPr>
              <p:cNvPr id="243812" name="Rectangle 100"/>
              <p:cNvSpPr>
                <a:spLocks noChangeArrowheads="1"/>
              </p:cNvSpPr>
              <p:nvPr/>
            </p:nvSpPr>
            <p:spPr bwMode="auto">
              <a:xfrm>
                <a:off x="1392"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8</a:t>
                </a:r>
              </a:p>
            </p:txBody>
          </p:sp>
          <p:sp>
            <p:nvSpPr>
              <p:cNvPr id="243813" name="Rectangle 101"/>
              <p:cNvSpPr>
                <a:spLocks noChangeArrowheads="1"/>
              </p:cNvSpPr>
              <p:nvPr/>
            </p:nvSpPr>
            <p:spPr bwMode="auto">
              <a:xfrm>
                <a:off x="1008"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43814" name="Line 102"/>
              <p:cNvSpPr>
                <a:spLocks noChangeShapeType="1"/>
              </p:cNvSpPr>
              <p:nvPr/>
            </p:nvSpPr>
            <p:spPr bwMode="auto">
              <a:xfrm>
                <a:off x="1008" y="115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15" name="Line 103"/>
              <p:cNvSpPr>
                <a:spLocks noChangeShapeType="1"/>
              </p:cNvSpPr>
              <p:nvPr/>
            </p:nvSpPr>
            <p:spPr bwMode="auto">
              <a:xfrm>
                <a:off x="1008" y="140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16" name="Line 104"/>
              <p:cNvSpPr>
                <a:spLocks noChangeShapeType="1"/>
              </p:cNvSpPr>
              <p:nvPr/>
            </p:nvSpPr>
            <p:spPr bwMode="auto">
              <a:xfrm>
                <a:off x="1008" y="159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17" name="Line 105"/>
              <p:cNvSpPr>
                <a:spLocks noChangeShapeType="1"/>
              </p:cNvSpPr>
              <p:nvPr/>
            </p:nvSpPr>
            <p:spPr bwMode="auto">
              <a:xfrm>
                <a:off x="1008" y="184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18" name="Line 106"/>
              <p:cNvSpPr>
                <a:spLocks noChangeShapeType="1"/>
              </p:cNvSpPr>
              <p:nvPr/>
            </p:nvSpPr>
            <p:spPr bwMode="auto">
              <a:xfrm>
                <a:off x="1008"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19" name="Line 107"/>
              <p:cNvSpPr>
                <a:spLocks noChangeShapeType="1"/>
              </p:cNvSpPr>
              <p:nvPr/>
            </p:nvSpPr>
            <p:spPr bwMode="auto">
              <a:xfrm>
                <a:off x="1392" y="115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20" name="Line 108"/>
              <p:cNvSpPr>
                <a:spLocks noChangeShapeType="1"/>
              </p:cNvSpPr>
              <p:nvPr/>
            </p:nvSpPr>
            <p:spPr bwMode="auto">
              <a:xfrm>
                <a:off x="1776"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43821" name="Group 109"/>
            <p:cNvGrpSpPr>
              <a:grpSpLocks/>
            </p:cNvGrpSpPr>
            <p:nvPr/>
          </p:nvGrpSpPr>
          <p:grpSpPr bwMode="auto">
            <a:xfrm>
              <a:off x="2016" y="2880"/>
              <a:ext cx="768" cy="689"/>
              <a:chOff x="2016" y="2880"/>
              <a:chExt cx="768" cy="689"/>
            </a:xfrm>
          </p:grpSpPr>
          <p:sp>
            <p:nvSpPr>
              <p:cNvPr id="243822" name="Rectangle 110"/>
              <p:cNvSpPr>
                <a:spLocks noChangeArrowheads="1"/>
              </p:cNvSpPr>
              <p:nvPr/>
            </p:nvSpPr>
            <p:spPr bwMode="auto">
              <a:xfrm>
                <a:off x="2400"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18</a:t>
                </a:r>
              </a:p>
            </p:txBody>
          </p:sp>
          <p:sp>
            <p:nvSpPr>
              <p:cNvPr id="243823" name="Rectangle 111"/>
              <p:cNvSpPr>
                <a:spLocks noChangeArrowheads="1"/>
              </p:cNvSpPr>
              <p:nvPr/>
            </p:nvSpPr>
            <p:spPr bwMode="auto">
              <a:xfrm>
                <a:off x="2016"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8</a:t>
                </a:r>
              </a:p>
            </p:txBody>
          </p:sp>
          <p:sp>
            <p:nvSpPr>
              <p:cNvPr id="243824" name="Rectangle 112"/>
              <p:cNvSpPr>
                <a:spLocks noChangeArrowheads="1"/>
              </p:cNvSpPr>
              <p:nvPr/>
            </p:nvSpPr>
            <p:spPr bwMode="auto">
              <a:xfrm>
                <a:off x="2400"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10</a:t>
                </a:r>
              </a:p>
            </p:txBody>
          </p:sp>
          <p:sp>
            <p:nvSpPr>
              <p:cNvPr id="243825" name="Rectangle 113"/>
              <p:cNvSpPr>
                <a:spLocks noChangeArrowheads="1"/>
              </p:cNvSpPr>
              <p:nvPr/>
            </p:nvSpPr>
            <p:spPr bwMode="auto">
              <a:xfrm>
                <a:off x="2016"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E</a:t>
                </a:r>
              </a:p>
            </p:txBody>
          </p:sp>
          <p:sp>
            <p:nvSpPr>
              <p:cNvPr id="243826" name="Rectangle 114"/>
              <p:cNvSpPr>
                <a:spLocks noChangeArrowheads="1"/>
              </p:cNvSpPr>
              <p:nvPr/>
            </p:nvSpPr>
            <p:spPr bwMode="auto">
              <a:xfrm>
                <a:off x="2400"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18</a:t>
                </a:r>
              </a:p>
            </p:txBody>
          </p:sp>
          <p:sp>
            <p:nvSpPr>
              <p:cNvPr id="243827" name="Rectangle 115"/>
              <p:cNvSpPr>
                <a:spLocks noChangeArrowheads="1"/>
              </p:cNvSpPr>
              <p:nvPr/>
            </p:nvSpPr>
            <p:spPr bwMode="auto">
              <a:xfrm>
                <a:off x="2016"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8</a:t>
                </a:r>
              </a:p>
            </p:txBody>
          </p:sp>
          <p:sp>
            <p:nvSpPr>
              <p:cNvPr id="243828" name="Line 116"/>
              <p:cNvSpPr>
                <a:spLocks noChangeShapeType="1"/>
              </p:cNvSpPr>
              <p:nvPr/>
            </p:nvSpPr>
            <p:spPr bwMode="auto">
              <a:xfrm>
                <a:off x="2016" y="288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29" name="Line 117"/>
              <p:cNvSpPr>
                <a:spLocks noChangeShapeType="1"/>
              </p:cNvSpPr>
              <p:nvPr/>
            </p:nvSpPr>
            <p:spPr bwMode="auto">
              <a:xfrm>
                <a:off x="2016" y="312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30" name="Line 118"/>
              <p:cNvSpPr>
                <a:spLocks noChangeShapeType="1"/>
              </p:cNvSpPr>
              <p:nvPr/>
            </p:nvSpPr>
            <p:spPr bwMode="auto">
              <a:xfrm>
                <a:off x="2016" y="332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31" name="Line 119"/>
              <p:cNvSpPr>
                <a:spLocks noChangeShapeType="1"/>
              </p:cNvSpPr>
              <p:nvPr/>
            </p:nvSpPr>
            <p:spPr bwMode="auto">
              <a:xfrm>
                <a:off x="2016" y="356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32" name="Line 120"/>
              <p:cNvSpPr>
                <a:spLocks noChangeShapeType="1"/>
              </p:cNvSpPr>
              <p:nvPr/>
            </p:nvSpPr>
            <p:spPr bwMode="auto">
              <a:xfrm>
                <a:off x="2016"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33" name="Line 121"/>
              <p:cNvSpPr>
                <a:spLocks noChangeShapeType="1"/>
              </p:cNvSpPr>
              <p:nvPr/>
            </p:nvSpPr>
            <p:spPr bwMode="auto">
              <a:xfrm>
                <a:off x="2400" y="288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34" name="Line 122"/>
              <p:cNvSpPr>
                <a:spLocks noChangeShapeType="1"/>
              </p:cNvSpPr>
              <p:nvPr/>
            </p:nvSpPr>
            <p:spPr bwMode="auto">
              <a:xfrm>
                <a:off x="2784"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43835" name="Group 123"/>
            <p:cNvGrpSpPr>
              <a:grpSpLocks/>
            </p:cNvGrpSpPr>
            <p:nvPr/>
          </p:nvGrpSpPr>
          <p:grpSpPr bwMode="auto">
            <a:xfrm>
              <a:off x="2976" y="1392"/>
              <a:ext cx="768" cy="689"/>
              <a:chOff x="2976" y="1392"/>
              <a:chExt cx="768" cy="689"/>
            </a:xfrm>
          </p:grpSpPr>
          <p:sp>
            <p:nvSpPr>
              <p:cNvPr id="243836" name="Rectangle 124"/>
              <p:cNvSpPr>
                <a:spLocks noChangeArrowheads="1"/>
              </p:cNvSpPr>
              <p:nvPr/>
            </p:nvSpPr>
            <p:spPr bwMode="auto">
              <a:xfrm>
                <a:off x="3360"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43837" name="Rectangle 125"/>
              <p:cNvSpPr>
                <a:spLocks noChangeArrowheads="1"/>
              </p:cNvSpPr>
              <p:nvPr/>
            </p:nvSpPr>
            <p:spPr bwMode="auto">
              <a:xfrm>
                <a:off x="2976"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18</a:t>
                </a:r>
              </a:p>
            </p:txBody>
          </p:sp>
          <p:sp>
            <p:nvSpPr>
              <p:cNvPr id="243838" name="Rectangle 126" descr="25%"/>
              <p:cNvSpPr>
                <a:spLocks noChangeArrowheads="1"/>
              </p:cNvSpPr>
              <p:nvPr/>
            </p:nvSpPr>
            <p:spPr bwMode="auto">
              <a:xfrm>
                <a:off x="3360" y="1641"/>
                <a:ext cx="384" cy="191"/>
              </a:xfrm>
              <a:prstGeom prst="rect">
                <a:avLst/>
              </a:prstGeom>
              <a:pattFill prst="pct25">
                <a:fgClr>
                  <a:srgbClr val="00CC99"/>
                </a:fgClr>
                <a:bgClr>
                  <a:srgbClr val="FFFFFF"/>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1</a:t>
                </a:r>
              </a:p>
            </p:txBody>
          </p:sp>
          <p:sp>
            <p:nvSpPr>
              <p:cNvPr id="243839" name="Rectangle 127" descr="25%"/>
              <p:cNvSpPr>
                <a:spLocks noChangeArrowheads="1"/>
              </p:cNvSpPr>
              <p:nvPr/>
            </p:nvSpPr>
            <p:spPr bwMode="auto">
              <a:xfrm>
                <a:off x="2976" y="1641"/>
                <a:ext cx="384" cy="191"/>
              </a:xfrm>
              <a:prstGeom prst="rect">
                <a:avLst/>
              </a:prstGeom>
              <a:pattFill prst="pct25">
                <a:fgClr>
                  <a:schemeClr val="accent1"/>
                </a:fgClr>
                <a:bgClr>
                  <a:schemeClr val="bg1"/>
                </a:bgClr>
              </a:pattFill>
              <a:ln w="9525">
                <a:solidFill>
                  <a:srgbClr val="FF3300"/>
                </a:solidFill>
                <a:miter lim="800000"/>
                <a:headEnd/>
                <a:tailEnd/>
              </a:ln>
              <a:effectLst/>
            </p:spPr>
            <p:txBody>
              <a:bodyPr>
                <a:prstTxWarp prst="textNoShape">
                  <a:avLst/>
                </a:prstTxWarp>
              </a:bodyPr>
              <a:lstStyle/>
              <a:p>
                <a:pPr>
                  <a:spcBef>
                    <a:spcPct val="20000"/>
                  </a:spcBef>
                </a:pPr>
                <a:r>
                  <a:rPr lang="en-US" sz="1400">
                    <a:solidFill>
                      <a:schemeClr val="accent2"/>
                    </a:solidFill>
                    <a:latin typeface="Comic Sans MS" charset="0"/>
                  </a:rPr>
                  <a:t>F</a:t>
                </a:r>
              </a:p>
            </p:txBody>
          </p:sp>
          <p:sp>
            <p:nvSpPr>
              <p:cNvPr id="243840" name="Rectangle 128"/>
              <p:cNvSpPr>
                <a:spLocks noChangeArrowheads="1"/>
              </p:cNvSpPr>
              <p:nvPr/>
            </p:nvSpPr>
            <p:spPr bwMode="auto">
              <a:xfrm>
                <a:off x="3360"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43841" name="Rectangle 129"/>
              <p:cNvSpPr>
                <a:spLocks noChangeArrowheads="1"/>
              </p:cNvSpPr>
              <p:nvPr/>
            </p:nvSpPr>
            <p:spPr bwMode="auto">
              <a:xfrm>
                <a:off x="2976"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18</a:t>
                </a:r>
              </a:p>
            </p:txBody>
          </p:sp>
          <p:sp>
            <p:nvSpPr>
              <p:cNvPr id="243842" name="Line 130"/>
              <p:cNvSpPr>
                <a:spLocks noChangeShapeType="1"/>
              </p:cNvSpPr>
              <p:nvPr/>
            </p:nvSpPr>
            <p:spPr bwMode="auto">
              <a:xfrm>
                <a:off x="2976" y="139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43" name="Line 131"/>
              <p:cNvSpPr>
                <a:spLocks noChangeShapeType="1"/>
              </p:cNvSpPr>
              <p:nvPr/>
            </p:nvSpPr>
            <p:spPr bwMode="auto">
              <a:xfrm>
                <a:off x="2976" y="164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44" name="Line 132"/>
              <p:cNvSpPr>
                <a:spLocks noChangeShapeType="1"/>
              </p:cNvSpPr>
              <p:nvPr/>
            </p:nvSpPr>
            <p:spPr bwMode="auto">
              <a:xfrm>
                <a:off x="2976" y="183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45" name="Line 133"/>
              <p:cNvSpPr>
                <a:spLocks noChangeShapeType="1"/>
              </p:cNvSpPr>
              <p:nvPr/>
            </p:nvSpPr>
            <p:spPr bwMode="auto">
              <a:xfrm>
                <a:off x="2976" y="208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46" name="Line 134"/>
              <p:cNvSpPr>
                <a:spLocks noChangeShapeType="1"/>
              </p:cNvSpPr>
              <p:nvPr/>
            </p:nvSpPr>
            <p:spPr bwMode="auto">
              <a:xfrm>
                <a:off x="2976"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47" name="Line 135"/>
              <p:cNvSpPr>
                <a:spLocks noChangeShapeType="1"/>
              </p:cNvSpPr>
              <p:nvPr/>
            </p:nvSpPr>
            <p:spPr bwMode="auto">
              <a:xfrm>
                <a:off x="3360" y="139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48" name="Line 136"/>
              <p:cNvSpPr>
                <a:spLocks noChangeShapeType="1"/>
              </p:cNvSpPr>
              <p:nvPr/>
            </p:nvSpPr>
            <p:spPr bwMode="auto">
              <a:xfrm>
                <a:off x="3744"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43849" name="AutoShape 137"/>
            <p:cNvCxnSpPr>
              <a:cxnSpLocks noChangeShapeType="1"/>
              <a:stCxn id="243791" idx="1"/>
              <a:endCxn id="243805" idx="0"/>
            </p:cNvCxnSpPr>
            <p:nvPr/>
          </p:nvCxnSpPr>
          <p:spPr bwMode="auto">
            <a:xfrm>
              <a:off x="480" y="1889"/>
              <a:ext cx="48" cy="175"/>
            </a:xfrm>
            <a:prstGeom prst="straightConnector1">
              <a:avLst/>
            </a:prstGeom>
            <a:noFill/>
            <a:ln w="9525">
              <a:solidFill>
                <a:schemeClr val="tx1"/>
              </a:solidFill>
              <a:round/>
              <a:headEnd/>
              <a:tailEnd type="triangle" w="med" len="med"/>
            </a:ln>
            <a:effectLst/>
          </p:spPr>
        </p:cxnSp>
        <p:cxnSp>
          <p:nvCxnSpPr>
            <p:cNvPr id="243850" name="AutoShape 138"/>
            <p:cNvCxnSpPr>
              <a:cxnSpLocks noChangeShapeType="1"/>
              <a:stCxn id="243796" idx="3"/>
              <a:endCxn id="243817" idx="0"/>
            </p:cNvCxnSpPr>
            <p:nvPr/>
          </p:nvCxnSpPr>
          <p:spPr bwMode="auto">
            <a:xfrm flipV="1">
              <a:off x="912" y="1832"/>
              <a:ext cx="96" cy="577"/>
            </a:xfrm>
            <a:prstGeom prst="straightConnector1">
              <a:avLst/>
            </a:prstGeom>
            <a:noFill/>
            <a:ln w="9525">
              <a:solidFill>
                <a:schemeClr val="tx1"/>
              </a:solidFill>
              <a:round/>
              <a:headEnd/>
              <a:tailEnd type="triangle" w="med" len="med"/>
            </a:ln>
            <a:effectLst/>
          </p:spPr>
        </p:cxnSp>
        <p:cxnSp>
          <p:nvCxnSpPr>
            <p:cNvPr id="243851" name="AutoShape 139"/>
            <p:cNvCxnSpPr>
              <a:cxnSpLocks noChangeShapeType="1"/>
              <a:stCxn id="243810" idx="3"/>
              <a:endCxn id="243832" idx="0"/>
            </p:cNvCxnSpPr>
            <p:nvPr/>
          </p:nvCxnSpPr>
          <p:spPr bwMode="auto">
            <a:xfrm>
              <a:off x="1776" y="1497"/>
              <a:ext cx="240" cy="1374"/>
            </a:xfrm>
            <a:prstGeom prst="straightConnector1">
              <a:avLst/>
            </a:prstGeom>
            <a:noFill/>
            <a:ln w="9525">
              <a:solidFill>
                <a:schemeClr val="tx1"/>
              </a:solidFill>
              <a:round/>
              <a:headEnd/>
              <a:tailEnd type="triangle" w="med" len="med"/>
            </a:ln>
            <a:effectLst/>
          </p:spPr>
        </p:cxnSp>
        <p:cxnSp>
          <p:nvCxnSpPr>
            <p:cNvPr id="243852" name="AutoShape 140"/>
            <p:cNvCxnSpPr>
              <a:cxnSpLocks noChangeShapeType="1"/>
              <a:stCxn id="243824" idx="3"/>
              <a:endCxn id="243839" idx="1"/>
            </p:cNvCxnSpPr>
            <p:nvPr/>
          </p:nvCxnSpPr>
          <p:spPr bwMode="auto">
            <a:xfrm flipV="1">
              <a:off x="2784" y="1737"/>
              <a:ext cx="192" cy="1488"/>
            </a:xfrm>
            <a:prstGeom prst="straightConnector1">
              <a:avLst/>
            </a:prstGeom>
            <a:noFill/>
            <a:ln w="9525">
              <a:solidFill>
                <a:schemeClr val="tx1"/>
              </a:solidFill>
              <a:round/>
              <a:headEnd/>
              <a:tailEnd type="triangle" w="med" len="med"/>
            </a:ln>
            <a:effectLst/>
          </p:spPr>
        </p:cxnSp>
        <p:cxnSp>
          <p:nvCxnSpPr>
            <p:cNvPr id="243853" name="AutoShape 141"/>
            <p:cNvCxnSpPr>
              <a:cxnSpLocks noChangeShapeType="1"/>
              <a:stCxn id="243838" idx="3"/>
              <a:endCxn id="243858" idx="1"/>
            </p:cNvCxnSpPr>
            <p:nvPr/>
          </p:nvCxnSpPr>
          <p:spPr bwMode="auto">
            <a:xfrm flipV="1">
              <a:off x="3744" y="1209"/>
              <a:ext cx="192" cy="528"/>
            </a:xfrm>
            <a:prstGeom prst="straightConnector1">
              <a:avLst/>
            </a:prstGeom>
            <a:noFill/>
            <a:ln w="9525">
              <a:solidFill>
                <a:schemeClr val="tx1"/>
              </a:solidFill>
              <a:round/>
              <a:headEnd/>
              <a:tailEnd type="triangle" w="med" len="med"/>
            </a:ln>
            <a:effectLst/>
          </p:spPr>
        </p:cxnSp>
        <p:grpSp>
          <p:nvGrpSpPr>
            <p:cNvPr id="243854" name="Group 142"/>
            <p:cNvGrpSpPr>
              <a:grpSpLocks/>
            </p:cNvGrpSpPr>
            <p:nvPr/>
          </p:nvGrpSpPr>
          <p:grpSpPr bwMode="auto">
            <a:xfrm>
              <a:off x="3936" y="864"/>
              <a:ext cx="1680" cy="1025"/>
              <a:chOff x="3936" y="864"/>
              <a:chExt cx="1680" cy="1025"/>
            </a:xfrm>
          </p:grpSpPr>
          <p:sp>
            <p:nvSpPr>
              <p:cNvPr id="243855" name="Rectangle 143"/>
              <p:cNvSpPr>
                <a:spLocks noChangeArrowheads="1"/>
              </p:cNvSpPr>
              <p:nvPr/>
            </p:nvSpPr>
            <p:spPr bwMode="auto">
              <a:xfrm>
                <a:off x="4320"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3856" name="Rectangle 144"/>
              <p:cNvSpPr>
                <a:spLocks noChangeArrowheads="1"/>
              </p:cNvSpPr>
              <p:nvPr/>
            </p:nvSpPr>
            <p:spPr bwMode="auto">
              <a:xfrm>
                <a:off x="3936"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43857" name="Rectangle 145"/>
              <p:cNvSpPr>
                <a:spLocks noChangeArrowheads="1"/>
              </p:cNvSpPr>
              <p:nvPr/>
            </p:nvSpPr>
            <p:spPr bwMode="auto">
              <a:xfrm>
                <a:off x="4320"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8</a:t>
                </a:r>
              </a:p>
            </p:txBody>
          </p:sp>
          <p:sp>
            <p:nvSpPr>
              <p:cNvPr id="243858" name="Rectangle 146"/>
              <p:cNvSpPr>
                <a:spLocks noChangeArrowheads="1"/>
              </p:cNvSpPr>
              <p:nvPr/>
            </p:nvSpPr>
            <p:spPr bwMode="auto">
              <a:xfrm>
                <a:off x="3936"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I</a:t>
                </a:r>
              </a:p>
            </p:txBody>
          </p:sp>
          <p:sp>
            <p:nvSpPr>
              <p:cNvPr id="243859" name="Rectangle 147"/>
              <p:cNvSpPr>
                <a:spLocks noChangeArrowheads="1"/>
              </p:cNvSpPr>
              <p:nvPr/>
            </p:nvSpPr>
            <p:spPr bwMode="auto">
              <a:xfrm>
                <a:off x="4320"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3860" name="Rectangle 148"/>
              <p:cNvSpPr>
                <a:spLocks noChangeArrowheads="1"/>
              </p:cNvSpPr>
              <p:nvPr/>
            </p:nvSpPr>
            <p:spPr bwMode="auto">
              <a:xfrm>
                <a:off x="3936"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43861" name="Line 149"/>
              <p:cNvSpPr>
                <a:spLocks noChangeShapeType="1"/>
              </p:cNvSpPr>
              <p:nvPr/>
            </p:nvSpPr>
            <p:spPr bwMode="auto">
              <a:xfrm>
                <a:off x="3936" y="8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62" name="Line 150"/>
              <p:cNvSpPr>
                <a:spLocks noChangeShapeType="1"/>
              </p:cNvSpPr>
              <p:nvPr/>
            </p:nvSpPr>
            <p:spPr bwMode="auto">
              <a:xfrm>
                <a:off x="3936" y="11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63" name="Line 151"/>
              <p:cNvSpPr>
                <a:spLocks noChangeShapeType="1"/>
              </p:cNvSpPr>
              <p:nvPr/>
            </p:nvSpPr>
            <p:spPr bwMode="auto">
              <a:xfrm>
                <a:off x="3936" y="13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64" name="Line 152"/>
              <p:cNvSpPr>
                <a:spLocks noChangeShapeType="1"/>
              </p:cNvSpPr>
              <p:nvPr/>
            </p:nvSpPr>
            <p:spPr bwMode="auto">
              <a:xfrm>
                <a:off x="3936" y="15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65" name="Line 153"/>
              <p:cNvSpPr>
                <a:spLocks noChangeShapeType="1"/>
              </p:cNvSpPr>
              <p:nvPr/>
            </p:nvSpPr>
            <p:spPr bwMode="auto">
              <a:xfrm>
                <a:off x="3936"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66" name="Line 154"/>
              <p:cNvSpPr>
                <a:spLocks noChangeShapeType="1"/>
              </p:cNvSpPr>
              <p:nvPr/>
            </p:nvSpPr>
            <p:spPr bwMode="auto">
              <a:xfrm>
                <a:off x="4320" y="8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67" name="Line 155"/>
              <p:cNvSpPr>
                <a:spLocks noChangeShapeType="1"/>
              </p:cNvSpPr>
              <p:nvPr/>
            </p:nvSpPr>
            <p:spPr bwMode="auto">
              <a:xfrm>
                <a:off x="4704"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nvGrpSpPr>
              <p:cNvPr id="243868" name="Group 156"/>
              <p:cNvGrpSpPr>
                <a:grpSpLocks/>
              </p:cNvGrpSpPr>
              <p:nvPr/>
            </p:nvGrpSpPr>
            <p:grpSpPr bwMode="auto">
              <a:xfrm>
                <a:off x="4848" y="1200"/>
                <a:ext cx="768" cy="689"/>
                <a:chOff x="4848" y="1200"/>
                <a:chExt cx="768" cy="689"/>
              </a:xfrm>
            </p:grpSpPr>
            <p:sp>
              <p:nvSpPr>
                <p:cNvPr id="243869" name="Rectangle 157"/>
                <p:cNvSpPr>
                  <a:spLocks noChangeArrowheads="1"/>
                </p:cNvSpPr>
                <p:nvPr/>
              </p:nvSpPr>
              <p:spPr bwMode="auto">
                <a:xfrm>
                  <a:off x="5232"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3870" name="Rectangle 158"/>
                <p:cNvSpPr>
                  <a:spLocks noChangeArrowheads="1"/>
                </p:cNvSpPr>
                <p:nvPr/>
              </p:nvSpPr>
              <p:spPr bwMode="auto">
                <a:xfrm>
                  <a:off x="4848"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3871" name="Rectangle 159"/>
                <p:cNvSpPr>
                  <a:spLocks noChangeArrowheads="1"/>
                </p:cNvSpPr>
                <p:nvPr/>
              </p:nvSpPr>
              <p:spPr bwMode="auto">
                <a:xfrm>
                  <a:off x="5232"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43872" name="Rectangle 160"/>
                <p:cNvSpPr>
                  <a:spLocks noChangeArrowheads="1"/>
                </p:cNvSpPr>
                <p:nvPr/>
              </p:nvSpPr>
              <p:spPr bwMode="auto">
                <a:xfrm>
                  <a:off x="4848"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FIN</a:t>
                  </a:r>
                </a:p>
              </p:txBody>
            </p:sp>
            <p:sp>
              <p:nvSpPr>
                <p:cNvPr id="243873" name="Rectangle 161"/>
                <p:cNvSpPr>
                  <a:spLocks noChangeArrowheads="1"/>
                </p:cNvSpPr>
                <p:nvPr/>
              </p:nvSpPr>
              <p:spPr bwMode="auto">
                <a:xfrm>
                  <a:off x="5232"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3874" name="Rectangle 162"/>
                <p:cNvSpPr>
                  <a:spLocks noChangeArrowheads="1"/>
                </p:cNvSpPr>
                <p:nvPr/>
              </p:nvSpPr>
              <p:spPr bwMode="auto">
                <a:xfrm>
                  <a:off x="4848"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3875" name="Line 163"/>
                <p:cNvSpPr>
                  <a:spLocks noChangeShapeType="1"/>
                </p:cNvSpPr>
                <p:nvPr/>
              </p:nvSpPr>
              <p:spPr bwMode="auto">
                <a:xfrm>
                  <a:off x="4848"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76" name="Line 164"/>
                <p:cNvSpPr>
                  <a:spLocks noChangeShapeType="1"/>
                </p:cNvSpPr>
                <p:nvPr/>
              </p:nvSpPr>
              <p:spPr bwMode="auto">
                <a:xfrm>
                  <a:off x="4848"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77" name="Line 165"/>
                <p:cNvSpPr>
                  <a:spLocks noChangeShapeType="1"/>
                </p:cNvSpPr>
                <p:nvPr/>
              </p:nvSpPr>
              <p:spPr bwMode="auto">
                <a:xfrm>
                  <a:off x="4848"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78" name="Line 166"/>
                <p:cNvSpPr>
                  <a:spLocks noChangeShapeType="1"/>
                </p:cNvSpPr>
                <p:nvPr/>
              </p:nvSpPr>
              <p:spPr bwMode="auto">
                <a:xfrm>
                  <a:off x="4848"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79" name="Line 167"/>
                <p:cNvSpPr>
                  <a:spLocks noChangeShapeType="1"/>
                </p:cNvSpPr>
                <p:nvPr/>
              </p:nvSpPr>
              <p:spPr bwMode="auto">
                <a:xfrm>
                  <a:off x="4848"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3880" name="Line 168"/>
                <p:cNvSpPr>
                  <a:spLocks noChangeShapeType="1"/>
                </p:cNvSpPr>
                <p:nvPr/>
              </p:nvSpPr>
              <p:spPr bwMode="auto">
                <a:xfrm>
                  <a:off x="5232"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3881" name="Line 169"/>
                <p:cNvSpPr>
                  <a:spLocks noChangeShapeType="1"/>
                </p:cNvSpPr>
                <p:nvPr/>
              </p:nvSpPr>
              <p:spPr bwMode="auto">
                <a:xfrm>
                  <a:off x="561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43882" name="AutoShape 170"/>
              <p:cNvCxnSpPr>
                <a:cxnSpLocks noChangeShapeType="1"/>
                <a:stCxn id="243857" idx="3"/>
                <a:endCxn id="243872" idx="1"/>
              </p:cNvCxnSpPr>
              <p:nvPr/>
            </p:nvCxnSpPr>
            <p:spPr bwMode="auto">
              <a:xfrm>
                <a:off x="4704" y="1209"/>
                <a:ext cx="144" cy="336"/>
              </a:xfrm>
              <a:prstGeom prst="straightConnector1">
                <a:avLst/>
              </a:prstGeom>
              <a:noFill/>
              <a:ln w="9525">
                <a:solidFill>
                  <a:schemeClr val="tx1"/>
                </a:solidFill>
                <a:round/>
                <a:headEnd/>
                <a:tailEnd type="triangle" w="med" len="med"/>
              </a:ln>
              <a:effectLst/>
            </p:spPr>
          </p:cxnSp>
        </p:grpSp>
      </p:grpSp>
      <p:cxnSp>
        <p:nvCxnSpPr>
          <p:cNvPr id="243883" name="AutoShape 171"/>
          <p:cNvCxnSpPr>
            <a:cxnSpLocks noChangeShapeType="1"/>
            <a:stCxn id="0" idx="3"/>
            <a:endCxn id="243872" idx="1"/>
          </p:cNvCxnSpPr>
          <p:nvPr/>
        </p:nvCxnSpPr>
        <p:spPr bwMode="auto">
          <a:xfrm flipV="1">
            <a:off x="7696200" y="2605088"/>
            <a:ext cx="152400" cy="1371600"/>
          </a:xfrm>
          <a:prstGeom prst="straightConnector1">
            <a:avLst/>
          </a:prstGeom>
          <a:noFill/>
          <a:ln w="9525">
            <a:solidFill>
              <a:schemeClr val="tx1"/>
            </a:solidFill>
            <a:round/>
            <a:headEnd/>
            <a:tailEnd type="triangle" w="med" len="med"/>
          </a:ln>
          <a:effectLst/>
        </p:spPr>
      </p:cxnSp>
      <p:sp>
        <p:nvSpPr>
          <p:cNvPr id="243884" name="Freeform 172"/>
          <p:cNvSpPr>
            <a:spLocks/>
          </p:cNvSpPr>
          <p:nvPr/>
        </p:nvSpPr>
        <p:spPr bwMode="auto">
          <a:xfrm>
            <a:off x="804863" y="2141538"/>
            <a:ext cx="8026400" cy="3133725"/>
          </a:xfrm>
          <a:custGeom>
            <a:avLst/>
            <a:gdLst/>
            <a:ahLst/>
            <a:cxnLst>
              <a:cxn ang="0">
                <a:pos x="119" y="557"/>
              </a:cxn>
              <a:cxn ang="0">
                <a:pos x="174" y="886"/>
              </a:cxn>
              <a:cxn ang="0">
                <a:pos x="284" y="1106"/>
              </a:cxn>
              <a:cxn ang="0">
                <a:pos x="485" y="1005"/>
              </a:cxn>
              <a:cxn ang="0">
                <a:pos x="549" y="914"/>
              </a:cxn>
              <a:cxn ang="0">
                <a:pos x="650" y="859"/>
              </a:cxn>
              <a:cxn ang="0">
                <a:pos x="778" y="658"/>
              </a:cxn>
              <a:cxn ang="0">
                <a:pos x="896" y="530"/>
              </a:cxn>
              <a:cxn ang="0">
                <a:pos x="1143" y="438"/>
              </a:cxn>
              <a:cxn ang="0">
                <a:pos x="1290" y="758"/>
              </a:cxn>
              <a:cxn ang="0">
                <a:pos x="1354" y="941"/>
              </a:cxn>
              <a:cxn ang="0">
                <a:pos x="1399" y="1097"/>
              </a:cxn>
              <a:cxn ang="0">
                <a:pos x="1500" y="1472"/>
              </a:cxn>
              <a:cxn ang="0">
                <a:pos x="1628" y="1755"/>
              </a:cxn>
              <a:cxn ang="0">
                <a:pos x="1674" y="1792"/>
              </a:cxn>
              <a:cxn ang="0">
                <a:pos x="1747" y="1856"/>
              </a:cxn>
              <a:cxn ang="0">
                <a:pos x="1939" y="1974"/>
              </a:cxn>
              <a:cxn ang="0">
                <a:pos x="2341" y="1746"/>
              </a:cxn>
              <a:cxn ang="0">
                <a:pos x="2451" y="1600"/>
              </a:cxn>
              <a:cxn ang="0">
                <a:pos x="2533" y="1444"/>
              </a:cxn>
              <a:cxn ang="0">
                <a:pos x="2643" y="1289"/>
              </a:cxn>
              <a:cxn ang="0">
                <a:pos x="2807" y="914"/>
              </a:cxn>
              <a:cxn ang="0">
                <a:pos x="2999" y="676"/>
              </a:cxn>
              <a:cxn ang="0">
                <a:pos x="3237" y="448"/>
              </a:cxn>
              <a:cxn ang="0">
                <a:pos x="3356" y="310"/>
              </a:cxn>
              <a:cxn ang="0">
                <a:pos x="3420" y="228"/>
              </a:cxn>
              <a:cxn ang="0">
                <a:pos x="3639" y="146"/>
              </a:cxn>
              <a:cxn ang="0">
                <a:pos x="4014" y="54"/>
              </a:cxn>
              <a:cxn ang="0">
                <a:pos x="4151" y="54"/>
              </a:cxn>
              <a:cxn ang="0">
                <a:pos x="4453" y="91"/>
              </a:cxn>
              <a:cxn ang="0">
                <a:pos x="4563" y="146"/>
              </a:cxn>
              <a:cxn ang="0">
                <a:pos x="4709" y="228"/>
              </a:cxn>
              <a:cxn ang="0">
                <a:pos x="4846" y="301"/>
              </a:cxn>
              <a:cxn ang="0">
                <a:pos x="4956" y="356"/>
              </a:cxn>
            </a:cxnLst>
            <a:rect l="0" t="0" r="r" b="b"/>
            <a:pathLst>
              <a:path w="5056" h="1974">
                <a:moveTo>
                  <a:pt x="0" y="0"/>
                </a:moveTo>
                <a:cubicBezTo>
                  <a:pt x="16" y="191"/>
                  <a:pt x="82" y="370"/>
                  <a:pt x="119" y="557"/>
                </a:cubicBezTo>
                <a:cubicBezTo>
                  <a:pt x="101" y="647"/>
                  <a:pt x="125" y="750"/>
                  <a:pt x="165" y="832"/>
                </a:cubicBezTo>
                <a:cubicBezTo>
                  <a:pt x="168" y="850"/>
                  <a:pt x="172" y="868"/>
                  <a:pt x="174" y="886"/>
                </a:cubicBezTo>
                <a:cubicBezTo>
                  <a:pt x="178" y="938"/>
                  <a:pt x="175" y="991"/>
                  <a:pt x="183" y="1042"/>
                </a:cubicBezTo>
                <a:cubicBezTo>
                  <a:pt x="187" y="1065"/>
                  <a:pt x="257" y="1097"/>
                  <a:pt x="284" y="1106"/>
                </a:cubicBezTo>
                <a:cubicBezTo>
                  <a:pt x="312" y="1101"/>
                  <a:pt x="345" y="1106"/>
                  <a:pt x="366" y="1088"/>
                </a:cubicBezTo>
                <a:cubicBezTo>
                  <a:pt x="469" y="997"/>
                  <a:pt x="345" y="1059"/>
                  <a:pt x="485" y="1005"/>
                </a:cubicBezTo>
                <a:cubicBezTo>
                  <a:pt x="503" y="987"/>
                  <a:pt x="534" y="975"/>
                  <a:pt x="540" y="950"/>
                </a:cubicBezTo>
                <a:cubicBezTo>
                  <a:pt x="543" y="938"/>
                  <a:pt x="541" y="924"/>
                  <a:pt x="549" y="914"/>
                </a:cubicBezTo>
                <a:cubicBezTo>
                  <a:pt x="555" y="907"/>
                  <a:pt x="567" y="909"/>
                  <a:pt x="576" y="905"/>
                </a:cubicBezTo>
                <a:cubicBezTo>
                  <a:pt x="602" y="894"/>
                  <a:pt x="629" y="878"/>
                  <a:pt x="650" y="859"/>
                </a:cubicBezTo>
                <a:cubicBezTo>
                  <a:pt x="695" y="819"/>
                  <a:pt x="719" y="781"/>
                  <a:pt x="759" y="740"/>
                </a:cubicBezTo>
                <a:cubicBezTo>
                  <a:pt x="768" y="713"/>
                  <a:pt x="765" y="683"/>
                  <a:pt x="778" y="658"/>
                </a:cubicBezTo>
                <a:cubicBezTo>
                  <a:pt x="798" y="618"/>
                  <a:pt x="824" y="624"/>
                  <a:pt x="851" y="594"/>
                </a:cubicBezTo>
                <a:cubicBezTo>
                  <a:pt x="868" y="575"/>
                  <a:pt x="881" y="551"/>
                  <a:pt x="896" y="530"/>
                </a:cubicBezTo>
                <a:cubicBezTo>
                  <a:pt x="902" y="521"/>
                  <a:pt x="1002" y="464"/>
                  <a:pt x="1024" y="457"/>
                </a:cubicBezTo>
                <a:cubicBezTo>
                  <a:pt x="1062" y="419"/>
                  <a:pt x="1090" y="431"/>
                  <a:pt x="1143" y="438"/>
                </a:cubicBezTo>
                <a:cubicBezTo>
                  <a:pt x="1193" y="472"/>
                  <a:pt x="1212" y="527"/>
                  <a:pt x="1244" y="576"/>
                </a:cubicBezTo>
                <a:cubicBezTo>
                  <a:pt x="1254" y="638"/>
                  <a:pt x="1269" y="698"/>
                  <a:pt x="1290" y="758"/>
                </a:cubicBezTo>
                <a:cubicBezTo>
                  <a:pt x="1301" y="790"/>
                  <a:pt x="1302" y="816"/>
                  <a:pt x="1326" y="841"/>
                </a:cubicBezTo>
                <a:cubicBezTo>
                  <a:pt x="1333" y="877"/>
                  <a:pt x="1341" y="907"/>
                  <a:pt x="1354" y="941"/>
                </a:cubicBezTo>
                <a:cubicBezTo>
                  <a:pt x="1357" y="969"/>
                  <a:pt x="1355" y="997"/>
                  <a:pt x="1363" y="1024"/>
                </a:cubicBezTo>
                <a:cubicBezTo>
                  <a:pt x="1371" y="1050"/>
                  <a:pt x="1399" y="1097"/>
                  <a:pt x="1399" y="1097"/>
                </a:cubicBezTo>
                <a:cubicBezTo>
                  <a:pt x="1422" y="1214"/>
                  <a:pt x="1453" y="1322"/>
                  <a:pt x="1491" y="1435"/>
                </a:cubicBezTo>
                <a:cubicBezTo>
                  <a:pt x="1495" y="1447"/>
                  <a:pt x="1497" y="1460"/>
                  <a:pt x="1500" y="1472"/>
                </a:cubicBezTo>
                <a:cubicBezTo>
                  <a:pt x="1503" y="1487"/>
                  <a:pt x="1504" y="1502"/>
                  <a:pt x="1509" y="1517"/>
                </a:cubicBezTo>
                <a:cubicBezTo>
                  <a:pt x="1531" y="1583"/>
                  <a:pt x="1583" y="1704"/>
                  <a:pt x="1628" y="1755"/>
                </a:cubicBezTo>
                <a:cubicBezTo>
                  <a:pt x="1635" y="1763"/>
                  <a:pt x="1647" y="1766"/>
                  <a:pt x="1655" y="1773"/>
                </a:cubicBezTo>
                <a:cubicBezTo>
                  <a:pt x="1662" y="1779"/>
                  <a:pt x="1668" y="1785"/>
                  <a:pt x="1674" y="1792"/>
                </a:cubicBezTo>
                <a:cubicBezTo>
                  <a:pt x="1681" y="1800"/>
                  <a:pt x="1684" y="1812"/>
                  <a:pt x="1692" y="1819"/>
                </a:cubicBezTo>
                <a:cubicBezTo>
                  <a:pt x="1709" y="1834"/>
                  <a:pt x="1730" y="1842"/>
                  <a:pt x="1747" y="1856"/>
                </a:cubicBezTo>
                <a:cubicBezTo>
                  <a:pt x="1769" y="1874"/>
                  <a:pt x="1778" y="1905"/>
                  <a:pt x="1802" y="1920"/>
                </a:cubicBezTo>
                <a:cubicBezTo>
                  <a:pt x="1825" y="1934"/>
                  <a:pt x="1913" y="1965"/>
                  <a:pt x="1939" y="1974"/>
                </a:cubicBezTo>
                <a:cubicBezTo>
                  <a:pt x="1991" y="1957"/>
                  <a:pt x="2049" y="1949"/>
                  <a:pt x="2103" y="1938"/>
                </a:cubicBezTo>
                <a:cubicBezTo>
                  <a:pt x="2185" y="1876"/>
                  <a:pt x="2262" y="1813"/>
                  <a:pt x="2341" y="1746"/>
                </a:cubicBezTo>
                <a:cubicBezTo>
                  <a:pt x="2366" y="1725"/>
                  <a:pt x="2376" y="1731"/>
                  <a:pt x="2396" y="1700"/>
                </a:cubicBezTo>
                <a:cubicBezTo>
                  <a:pt x="2417" y="1668"/>
                  <a:pt x="2433" y="1633"/>
                  <a:pt x="2451" y="1600"/>
                </a:cubicBezTo>
                <a:cubicBezTo>
                  <a:pt x="2468" y="1569"/>
                  <a:pt x="2495" y="1542"/>
                  <a:pt x="2506" y="1508"/>
                </a:cubicBezTo>
                <a:cubicBezTo>
                  <a:pt x="2512" y="1490"/>
                  <a:pt x="2521" y="1458"/>
                  <a:pt x="2533" y="1444"/>
                </a:cubicBezTo>
                <a:cubicBezTo>
                  <a:pt x="2552" y="1420"/>
                  <a:pt x="2582" y="1408"/>
                  <a:pt x="2606" y="1389"/>
                </a:cubicBezTo>
                <a:cubicBezTo>
                  <a:pt x="2623" y="1356"/>
                  <a:pt x="2628" y="1322"/>
                  <a:pt x="2643" y="1289"/>
                </a:cubicBezTo>
                <a:cubicBezTo>
                  <a:pt x="2731" y="1089"/>
                  <a:pt x="2700" y="1141"/>
                  <a:pt x="2798" y="1014"/>
                </a:cubicBezTo>
                <a:cubicBezTo>
                  <a:pt x="2801" y="981"/>
                  <a:pt x="2798" y="946"/>
                  <a:pt x="2807" y="914"/>
                </a:cubicBezTo>
                <a:cubicBezTo>
                  <a:pt x="2829" y="836"/>
                  <a:pt x="2925" y="790"/>
                  <a:pt x="2963" y="731"/>
                </a:cubicBezTo>
                <a:cubicBezTo>
                  <a:pt x="2975" y="713"/>
                  <a:pt x="2983" y="691"/>
                  <a:pt x="2999" y="676"/>
                </a:cubicBezTo>
                <a:cubicBezTo>
                  <a:pt x="3020" y="656"/>
                  <a:pt x="3072" y="630"/>
                  <a:pt x="3072" y="630"/>
                </a:cubicBezTo>
                <a:cubicBezTo>
                  <a:pt x="3108" y="562"/>
                  <a:pt x="3167" y="482"/>
                  <a:pt x="3237" y="448"/>
                </a:cubicBezTo>
                <a:cubicBezTo>
                  <a:pt x="3243" y="430"/>
                  <a:pt x="3239" y="404"/>
                  <a:pt x="3255" y="393"/>
                </a:cubicBezTo>
                <a:cubicBezTo>
                  <a:pt x="3291" y="368"/>
                  <a:pt x="3322" y="338"/>
                  <a:pt x="3356" y="310"/>
                </a:cubicBezTo>
                <a:cubicBezTo>
                  <a:pt x="3377" y="246"/>
                  <a:pt x="3345" y="322"/>
                  <a:pt x="3402" y="265"/>
                </a:cubicBezTo>
                <a:cubicBezTo>
                  <a:pt x="3412" y="255"/>
                  <a:pt x="3410" y="237"/>
                  <a:pt x="3420" y="228"/>
                </a:cubicBezTo>
                <a:cubicBezTo>
                  <a:pt x="3431" y="219"/>
                  <a:pt x="3501" y="201"/>
                  <a:pt x="3520" y="192"/>
                </a:cubicBezTo>
                <a:cubicBezTo>
                  <a:pt x="3559" y="174"/>
                  <a:pt x="3604" y="163"/>
                  <a:pt x="3639" y="146"/>
                </a:cubicBezTo>
                <a:cubicBezTo>
                  <a:pt x="3684" y="124"/>
                  <a:pt x="3736" y="82"/>
                  <a:pt x="3786" y="73"/>
                </a:cubicBezTo>
                <a:cubicBezTo>
                  <a:pt x="3861" y="60"/>
                  <a:pt x="3938" y="61"/>
                  <a:pt x="4014" y="54"/>
                </a:cubicBezTo>
                <a:cubicBezTo>
                  <a:pt x="4045" y="57"/>
                  <a:pt x="4075" y="64"/>
                  <a:pt x="4106" y="64"/>
                </a:cubicBezTo>
                <a:cubicBezTo>
                  <a:pt x="4121" y="64"/>
                  <a:pt x="4136" y="54"/>
                  <a:pt x="4151" y="54"/>
                </a:cubicBezTo>
                <a:cubicBezTo>
                  <a:pt x="4167" y="54"/>
                  <a:pt x="4181" y="62"/>
                  <a:pt x="4197" y="64"/>
                </a:cubicBezTo>
                <a:cubicBezTo>
                  <a:pt x="4282" y="74"/>
                  <a:pt x="4368" y="80"/>
                  <a:pt x="4453" y="91"/>
                </a:cubicBezTo>
                <a:cubicBezTo>
                  <a:pt x="4480" y="100"/>
                  <a:pt x="4508" y="109"/>
                  <a:pt x="4535" y="118"/>
                </a:cubicBezTo>
                <a:cubicBezTo>
                  <a:pt x="4548" y="122"/>
                  <a:pt x="4552" y="139"/>
                  <a:pt x="4563" y="146"/>
                </a:cubicBezTo>
                <a:cubicBezTo>
                  <a:pt x="4571" y="151"/>
                  <a:pt x="4581" y="152"/>
                  <a:pt x="4590" y="155"/>
                </a:cubicBezTo>
                <a:cubicBezTo>
                  <a:pt x="4628" y="193"/>
                  <a:pt x="4657" y="211"/>
                  <a:pt x="4709" y="228"/>
                </a:cubicBezTo>
                <a:cubicBezTo>
                  <a:pt x="4745" y="240"/>
                  <a:pt x="4756" y="234"/>
                  <a:pt x="4791" y="256"/>
                </a:cubicBezTo>
                <a:cubicBezTo>
                  <a:pt x="4811" y="269"/>
                  <a:pt x="4826" y="288"/>
                  <a:pt x="4846" y="301"/>
                </a:cubicBezTo>
                <a:cubicBezTo>
                  <a:pt x="4868" y="315"/>
                  <a:pt x="4896" y="316"/>
                  <a:pt x="4919" y="329"/>
                </a:cubicBezTo>
                <a:cubicBezTo>
                  <a:pt x="4932" y="336"/>
                  <a:pt x="4942" y="349"/>
                  <a:pt x="4956" y="356"/>
                </a:cubicBezTo>
                <a:cubicBezTo>
                  <a:pt x="5050" y="403"/>
                  <a:pt x="5034" y="421"/>
                  <a:pt x="5056" y="374"/>
                </a:cubicBezTo>
              </a:path>
            </a:pathLst>
          </a:custGeom>
          <a:noFill/>
          <a:ln w="38100" cap="flat" cmpd="sng">
            <a:solidFill>
              <a:srgbClr val="FF3300"/>
            </a:solidFill>
            <a:prstDash val="solid"/>
            <a:round/>
            <a:headEnd/>
            <a:tailEnd/>
          </a:ln>
          <a:effectLst/>
        </p:spPr>
        <p:txBody>
          <a:bodyPr wrap="none" anchor="ctr">
            <a:prstTxWarp prst="textNoShape">
              <a:avLst/>
            </a:prstTxWarp>
          </a:bodyPr>
          <a:lstStyle/>
          <a:p>
            <a:endParaRPr lang="en-US"/>
          </a:p>
        </p:txBody>
      </p:sp>
      <p:sp>
        <p:nvSpPr>
          <p:cNvPr id="243885" name="Text Box 173"/>
          <p:cNvSpPr txBox="1">
            <a:spLocks noChangeArrowheads="1"/>
          </p:cNvSpPr>
          <p:nvPr/>
        </p:nvSpPr>
        <p:spPr bwMode="auto">
          <a:xfrm>
            <a:off x="5424488" y="5638800"/>
            <a:ext cx="3379787" cy="376238"/>
          </a:xfrm>
          <a:prstGeom prst="rect">
            <a:avLst/>
          </a:prstGeom>
          <a:solidFill>
            <a:srgbClr val="FFFF66"/>
          </a:solidFill>
          <a:ln w="9525">
            <a:solidFill>
              <a:schemeClr val="tx1"/>
            </a:solidFill>
            <a:miter lim="800000"/>
            <a:headEnd/>
            <a:tailEnd/>
          </a:ln>
          <a:effectLst>
            <a:outerShdw blurRad="63500" dist="107763" dir="2700000" algn="ctr" rotWithShape="0">
              <a:schemeClr val="bg2">
                <a:alpha val="50000"/>
              </a:schemeClr>
            </a:outerShdw>
          </a:effectLst>
        </p:spPr>
        <p:txBody>
          <a:bodyPr wrap="none">
            <a:prstTxWarp prst="textNoShape">
              <a:avLst/>
            </a:prstTxWarp>
            <a:spAutoFit/>
          </a:bodyPr>
          <a:lstStyle/>
          <a:p>
            <a:r>
              <a:rPr lang="en-US">
                <a:latin typeface="Comic Sans MS" charset="0"/>
              </a:rPr>
              <a:t>Which activity to crash next?</a:t>
            </a:r>
          </a:p>
        </p:txBody>
      </p:sp>
      <p:sp>
        <p:nvSpPr>
          <p:cNvPr id="243886" name="Freeform 174"/>
          <p:cNvSpPr>
            <a:spLocks/>
          </p:cNvSpPr>
          <p:nvPr/>
        </p:nvSpPr>
        <p:spPr bwMode="auto">
          <a:xfrm>
            <a:off x="1524000" y="3787775"/>
            <a:ext cx="1712913" cy="900113"/>
          </a:xfrm>
          <a:custGeom>
            <a:avLst/>
            <a:gdLst/>
            <a:ahLst/>
            <a:cxnLst>
              <a:cxn ang="0">
                <a:pos x="0" y="0"/>
              </a:cxn>
              <a:cxn ang="0">
                <a:pos x="55" y="19"/>
              </a:cxn>
              <a:cxn ang="0">
                <a:pos x="293" y="238"/>
              </a:cxn>
              <a:cxn ang="0">
                <a:pos x="384" y="348"/>
              </a:cxn>
              <a:cxn ang="0">
                <a:pos x="640" y="494"/>
              </a:cxn>
              <a:cxn ang="0">
                <a:pos x="786" y="512"/>
              </a:cxn>
              <a:cxn ang="0">
                <a:pos x="951" y="549"/>
              </a:cxn>
              <a:cxn ang="0">
                <a:pos x="1079" y="567"/>
              </a:cxn>
            </a:cxnLst>
            <a:rect l="0" t="0" r="r" b="b"/>
            <a:pathLst>
              <a:path w="1079" h="567">
                <a:moveTo>
                  <a:pt x="0" y="0"/>
                </a:moveTo>
                <a:cubicBezTo>
                  <a:pt x="18" y="6"/>
                  <a:pt x="39" y="8"/>
                  <a:pt x="55" y="19"/>
                </a:cubicBezTo>
                <a:cubicBezTo>
                  <a:pt x="145" y="78"/>
                  <a:pt x="195" y="190"/>
                  <a:pt x="293" y="238"/>
                </a:cubicBezTo>
                <a:cubicBezTo>
                  <a:pt x="328" y="274"/>
                  <a:pt x="345" y="317"/>
                  <a:pt x="384" y="348"/>
                </a:cubicBezTo>
                <a:cubicBezTo>
                  <a:pt x="441" y="394"/>
                  <a:pt x="567" y="480"/>
                  <a:pt x="640" y="494"/>
                </a:cubicBezTo>
                <a:cubicBezTo>
                  <a:pt x="688" y="503"/>
                  <a:pt x="738" y="504"/>
                  <a:pt x="786" y="512"/>
                </a:cubicBezTo>
                <a:cubicBezTo>
                  <a:pt x="1020" y="548"/>
                  <a:pt x="754" y="514"/>
                  <a:pt x="951" y="549"/>
                </a:cubicBezTo>
                <a:cubicBezTo>
                  <a:pt x="993" y="557"/>
                  <a:pt x="1079" y="567"/>
                  <a:pt x="1079" y="567"/>
                </a:cubicBezTo>
              </a:path>
            </a:pathLst>
          </a:custGeom>
          <a:noFill/>
          <a:ln w="38100" cap="flat" cmpd="sng">
            <a:solidFill>
              <a:srgbClr val="FF3300"/>
            </a:solidFill>
            <a:prstDash val="solid"/>
            <a:round/>
            <a:headEnd/>
            <a:tailEnd/>
          </a:ln>
          <a:effectLst/>
        </p:spPr>
        <p:txBody>
          <a:bodyPr wrap="none" anchor="ctr">
            <a:prstTxWarp prst="textNoShape">
              <a:avLst/>
            </a:prstTxWarp>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3000" tmFilter="0, 0; .2, .5; .8, .5; 1, 0"/>
                                        <p:tgtEl>
                                          <p:spTgt spid="243778"/>
                                        </p:tgtEl>
                                      </p:cBhvr>
                                    </p:animEffect>
                                    <p:animScale>
                                      <p:cBhvr>
                                        <p:cTn id="7" dur="1500" autoRev="1" fill="hold"/>
                                        <p:tgtEl>
                                          <p:spTgt spid="24377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Date Placeholder 3"/>
          <p:cNvSpPr>
            <a:spLocks noGrp="1"/>
          </p:cNvSpPr>
          <p:nvPr>
            <p:ph type="dt" sz="half" idx="10"/>
          </p:nvPr>
        </p:nvSpPr>
        <p:spPr/>
        <p:txBody>
          <a:bodyPr/>
          <a:lstStyle/>
          <a:p>
            <a:fld id="{DCFC35DC-F1CB-104C-BCC6-D54CECE0EAEF}" type="datetime1">
              <a:rPr lang="en-US" smtClean="0"/>
              <a:pPr/>
              <a:t>4/21/25</a:t>
            </a:fld>
            <a:endParaRPr lang="en-US"/>
          </a:p>
        </p:txBody>
      </p:sp>
      <p:sp>
        <p:nvSpPr>
          <p:cNvPr id="177" name="Slide Number Placeholder 5"/>
          <p:cNvSpPr>
            <a:spLocks noGrp="1"/>
          </p:cNvSpPr>
          <p:nvPr>
            <p:ph type="sldNum" sz="quarter" idx="12"/>
          </p:nvPr>
        </p:nvSpPr>
        <p:spPr/>
        <p:txBody>
          <a:bodyPr/>
          <a:lstStyle/>
          <a:p>
            <a:endParaRPr lang="en-US"/>
          </a:p>
          <a:p>
            <a:fld id="{18BEEB3D-C185-9442-8246-B406534C535A}" type="slidenum">
              <a:rPr lang="en-US"/>
              <a:pPr/>
              <a:t>31</a:t>
            </a:fld>
            <a:endParaRPr lang="en-US"/>
          </a:p>
        </p:txBody>
      </p:sp>
      <p:sp>
        <p:nvSpPr>
          <p:cNvPr id="245762" name="Rectangle 2"/>
          <p:cNvSpPr>
            <a:spLocks noGrp="1" noChangeArrowheads="1"/>
          </p:cNvSpPr>
          <p:nvPr>
            <p:ph type="title"/>
          </p:nvPr>
        </p:nvSpPr>
        <p:spPr/>
        <p:txBody>
          <a:bodyPr/>
          <a:lstStyle/>
          <a:p>
            <a:r>
              <a:rPr lang="en-US"/>
              <a:t>If We Crash Activity C next…</a:t>
            </a:r>
          </a:p>
        </p:txBody>
      </p:sp>
      <p:graphicFrame>
        <p:nvGraphicFramePr>
          <p:cNvPr id="245940" name="Group 180"/>
          <p:cNvGraphicFramePr>
            <a:graphicFrameLocks noGrp="1"/>
          </p:cNvGraphicFramePr>
          <p:nvPr/>
        </p:nvGraphicFramePr>
        <p:xfrm>
          <a:off x="1828800" y="42672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rgbClr val="0000FF"/>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5">
                      <a:fgClr>
                        <a:srgbClr val="00CC99"/>
                      </a:fgClr>
                      <a:bgClr>
                        <a:schemeClr val="bg1"/>
                      </a:bgClr>
                    </a:patt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rgbClr val="0000FF"/>
                          </a:solidFill>
                          <a:effectLst/>
                          <a:latin typeface="Comic Sans MS"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5">
                      <a:fgClr>
                        <a:srgbClr val="00CC99"/>
                      </a:fgClr>
                      <a:bgClr>
                        <a:schemeClr val="bg1"/>
                      </a:bgClr>
                    </a:patt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45777" name="Group 17"/>
          <p:cNvGraphicFramePr>
            <a:graphicFrameLocks noGrp="1"/>
          </p:cNvGraphicFramePr>
          <p:nvPr/>
        </p:nvGraphicFramePr>
        <p:xfrm>
          <a:off x="3352800" y="3048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52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45791" name="Group 31"/>
          <p:cNvGraphicFramePr>
            <a:graphicFrameLocks noGrp="1"/>
          </p:cNvGraphicFramePr>
          <p:nvPr/>
        </p:nvGraphicFramePr>
        <p:xfrm>
          <a:off x="3276600" y="14478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45805" name="Group 45"/>
          <p:cNvGraphicFramePr>
            <a:graphicFrameLocks noGrp="1"/>
          </p:cNvGraphicFramePr>
          <p:nvPr/>
        </p:nvGraphicFramePr>
        <p:xfrm>
          <a:off x="6477000" y="3429000"/>
          <a:ext cx="1219200" cy="10972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9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45819" name="AutoShape 59"/>
          <p:cNvCxnSpPr>
            <a:cxnSpLocks noChangeShapeType="1"/>
            <a:stCxn id="245844" idx="3"/>
            <a:endCxn id="0" idx="0"/>
          </p:cNvCxnSpPr>
          <p:nvPr/>
        </p:nvCxnSpPr>
        <p:spPr bwMode="auto">
          <a:xfrm>
            <a:off x="1600200" y="3976688"/>
            <a:ext cx="228600" cy="276225"/>
          </a:xfrm>
          <a:prstGeom prst="straightConnector1">
            <a:avLst/>
          </a:prstGeom>
          <a:noFill/>
          <a:ln w="9525">
            <a:solidFill>
              <a:schemeClr val="tx1"/>
            </a:solidFill>
            <a:round/>
            <a:headEnd/>
            <a:tailEnd type="triangle" w="med" len="med"/>
          </a:ln>
          <a:effectLst/>
        </p:spPr>
      </p:cxnSp>
      <p:cxnSp>
        <p:nvCxnSpPr>
          <p:cNvPr id="245820" name="AutoShape 60"/>
          <p:cNvCxnSpPr>
            <a:cxnSpLocks noChangeShapeType="1"/>
            <a:stCxn id="245858" idx="3"/>
            <a:endCxn id="0" idx="1"/>
          </p:cNvCxnSpPr>
          <p:nvPr/>
        </p:nvCxnSpPr>
        <p:spPr bwMode="auto">
          <a:xfrm flipV="1">
            <a:off x="2971800" y="1995488"/>
            <a:ext cx="304800" cy="533400"/>
          </a:xfrm>
          <a:prstGeom prst="straightConnector1">
            <a:avLst/>
          </a:prstGeom>
          <a:noFill/>
          <a:ln w="9525">
            <a:solidFill>
              <a:schemeClr val="tx1"/>
            </a:solidFill>
            <a:round/>
            <a:headEnd/>
            <a:tailEnd type="triangle" w="med" len="med"/>
          </a:ln>
          <a:effectLst/>
        </p:spPr>
      </p:cxnSp>
      <p:cxnSp>
        <p:nvCxnSpPr>
          <p:cNvPr id="245821" name="AutoShape 61"/>
          <p:cNvCxnSpPr>
            <a:cxnSpLocks noChangeShapeType="1"/>
            <a:stCxn id="245858" idx="3"/>
            <a:endCxn id="0" idx="1"/>
          </p:cNvCxnSpPr>
          <p:nvPr/>
        </p:nvCxnSpPr>
        <p:spPr bwMode="auto">
          <a:xfrm>
            <a:off x="2971800" y="2528888"/>
            <a:ext cx="381000" cy="1066800"/>
          </a:xfrm>
          <a:prstGeom prst="straightConnector1">
            <a:avLst/>
          </a:prstGeom>
          <a:noFill/>
          <a:ln w="9525">
            <a:solidFill>
              <a:schemeClr val="tx1"/>
            </a:solidFill>
            <a:round/>
            <a:headEnd/>
            <a:tailEnd type="triangle" w="med" len="med"/>
          </a:ln>
          <a:effectLst/>
        </p:spPr>
      </p:cxnSp>
      <p:cxnSp>
        <p:nvCxnSpPr>
          <p:cNvPr id="245822" name="AutoShape 62"/>
          <p:cNvCxnSpPr>
            <a:cxnSpLocks noChangeShapeType="1"/>
            <a:stCxn id="0" idx="3"/>
            <a:endCxn id="245873" idx="1"/>
          </p:cNvCxnSpPr>
          <p:nvPr/>
        </p:nvCxnSpPr>
        <p:spPr bwMode="auto">
          <a:xfrm>
            <a:off x="3048000" y="4814888"/>
            <a:ext cx="304800" cy="457200"/>
          </a:xfrm>
          <a:prstGeom prst="straightConnector1">
            <a:avLst/>
          </a:prstGeom>
          <a:noFill/>
          <a:ln w="9525">
            <a:solidFill>
              <a:schemeClr val="tx1"/>
            </a:solidFill>
            <a:round/>
            <a:headEnd/>
            <a:tailEnd type="triangle" w="med" len="med"/>
          </a:ln>
          <a:effectLst/>
        </p:spPr>
      </p:cxnSp>
      <p:cxnSp>
        <p:nvCxnSpPr>
          <p:cNvPr id="245823" name="AutoShape 63"/>
          <p:cNvCxnSpPr>
            <a:cxnSpLocks noChangeShapeType="1"/>
            <a:stCxn id="0" idx="3"/>
            <a:endCxn id="245906" idx="1"/>
          </p:cNvCxnSpPr>
          <p:nvPr/>
        </p:nvCxnSpPr>
        <p:spPr bwMode="auto">
          <a:xfrm>
            <a:off x="4495800" y="1995488"/>
            <a:ext cx="1905000" cy="76200"/>
          </a:xfrm>
          <a:prstGeom prst="straightConnector1">
            <a:avLst/>
          </a:prstGeom>
          <a:noFill/>
          <a:ln w="9525">
            <a:solidFill>
              <a:schemeClr val="tx1"/>
            </a:solidFill>
            <a:round/>
            <a:headEnd/>
            <a:tailEnd type="triangle" w="med" len="med"/>
          </a:ln>
          <a:effectLst/>
        </p:spPr>
      </p:cxnSp>
      <p:cxnSp>
        <p:nvCxnSpPr>
          <p:cNvPr id="245824" name="AutoShape 64"/>
          <p:cNvCxnSpPr>
            <a:cxnSpLocks noChangeShapeType="1"/>
            <a:stCxn id="0" idx="3"/>
            <a:endCxn id="245887" idx="1"/>
          </p:cNvCxnSpPr>
          <p:nvPr/>
        </p:nvCxnSpPr>
        <p:spPr bwMode="auto">
          <a:xfrm flipV="1">
            <a:off x="4572000" y="2909888"/>
            <a:ext cx="304800" cy="685800"/>
          </a:xfrm>
          <a:prstGeom prst="straightConnector1">
            <a:avLst/>
          </a:prstGeom>
          <a:noFill/>
          <a:ln w="9525">
            <a:solidFill>
              <a:schemeClr val="tx1"/>
            </a:solidFill>
            <a:round/>
            <a:headEnd/>
            <a:tailEnd type="triangle" w="med" len="med"/>
          </a:ln>
          <a:effectLst/>
        </p:spPr>
      </p:cxnSp>
      <p:cxnSp>
        <p:nvCxnSpPr>
          <p:cNvPr id="245825" name="AutoShape 65"/>
          <p:cNvCxnSpPr>
            <a:cxnSpLocks noChangeShapeType="1"/>
            <a:stCxn id="245886" idx="3"/>
            <a:endCxn id="0" idx="1"/>
          </p:cNvCxnSpPr>
          <p:nvPr/>
        </p:nvCxnSpPr>
        <p:spPr bwMode="auto">
          <a:xfrm>
            <a:off x="6096000" y="2909888"/>
            <a:ext cx="381000" cy="1066800"/>
          </a:xfrm>
          <a:prstGeom prst="straightConnector1">
            <a:avLst/>
          </a:prstGeom>
          <a:noFill/>
          <a:ln w="9525">
            <a:solidFill>
              <a:schemeClr val="tx1"/>
            </a:solidFill>
            <a:round/>
            <a:headEnd/>
            <a:tailEnd type="triangle" w="med" len="med"/>
          </a:ln>
          <a:effectLst/>
        </p:spPr>
      </p:cxnSp>
      <p:grpSp>
        <p:nvGrpSpPr>
          <p:cNvPr id="245826" name="Group 66"/>
          <p:cNvGrpSpPr>
            <a:grpSpLocks/>
          </p:cNvGrpSpPr>
          <p:nvPr/>
        </p:nvGrpSpPr>
        <p:grpSpPr bwMode="auto">
          <a:xfrm>
            <a:off x="304800" y="1524000"/>
            <a:ext cx="8763000" cy="4294188"/>
            <a:chOff x="96" y="864"/>
            <a:chExt cx="5520" cy="2705"/>
          </a:xfrm>
        </p:grpSpPr>
        <p:grpSp>
          <p:nvGrpSpPr>
            <p:cNvPr id="245827" name="Group 67"/>
            <p:cNvGrpSpPr>
              <a:grpSpLocks/>
            </p:cNvGrpSpPr>
            <p:nvPr/>
          </p:nvGrpSpPr>
          <p:grpSpPr bwMode="auto">
            <a:xfrm>
              <a:off x="96" y="1200"/>
              <a:ext cx="768" cy="689"/>
              <a:chOff x="96" y="1200"/>
              <a:chExt cx="768" cy="689"/>
            </a:xfrm>
          </p:grpSpPr>
          <p:sp>
            <p:nvSpPr>
              <p:cNvPr id="245828" name="Rectangle 68"/>
              <p:cNvSpPr>
                <a:spLocks noChangeArrowheads="1"/>
              </p:cNvSpPr>
              <p:nvPr/>
            </p:nvSpPr>
            <p:spPr bwMode="auto">
              <a:xfrm>
                <a:off x="480"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5829" name="Rectangle 69"/>
              <p:cNvSpPr>
                <a:spLocks noChangeArrowheads="1"/>
              </p:cNvSpPr>
              <p:nvPr/>
            </p:nvSpPr>
            <p:spPr bwMode="auto">
              <a:xfrm>
                <a:off x="96"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5830" name="Rectangle 70"/>
              <p:cNvSpPr>
                <a:spLocks noChangeArrowheads="1"/>
              </p:cNvSpPr>
              <p:nvPr/>
            </p:nvSpPr>
            <p:spPr bwMode="auto">
              <a:xfrm>
                <a:off x="480"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45831" name="Rectangle 71"/>
              <p:cNvSpPr>
                <a:spLocks noChangeArrowheads="1"/>
              </p:cNvSpPr>
              <p:nvPr/>
            </p:nvSpPr>
            <p:spPr bwMode="auto">
              <a:xfrm>
                <a:off x="96"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ST</a:t>
                </a:r>
              </a:p>
            </p:txBody>
          </p:sp>
          <p:sp>
            <p:nvSpPr>
              <p:cNvPr id="245832" name="Rectangle 72"/>
              <p:cNvSpPr>
                <a:spLocks noChangeArrowheads="1"/>
              </p:cNvSpPr>
              <p:nvPr/>
            </p:nvSpPr>
            <p:spPr bwMode="auto">
              <a:xfrm>
                <a:off x="480"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5833" name="Rectangle 73"/>
              <p:cNvSpPr>
                <a:spLocks noChangeArrowheads="1"/>
              </p:cNvSpPr>
              <p:nvPr/>
            </p:nvSpPr>
            <p:spPr bwMode="auto">
              <a:xfrm>
                <a:off x="96"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5834" name="Line 74"/>
              <p:cNvSpPr>
                <a:spLocks noChangeShapeType="1"/>
              </p:cNvSpPr>
              <p:nvPr/>
            </p:nvSpPr>
            <p:spPr bwMode="auto">
              <a:xfrm>
                <a:off x="96"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35" name="Line 75"/>
              <p:cNvSpPr>
                <a:spLocks noChangeShapeType="1"/>
              </p:cNvSpPr>
              <p:nvPr/>
            </p:nvSpPr>
            <p:spPr bwMode="auto">
              <a:xfrm>
                <a:off x="96"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36" name="Line 76"/>
              <p:cNvSpPr>
                <a:spLocks noChangeShapeType="1"/>
              </p:cNvSpPr>
              <p:nvPr/>
            </p:nvSpPr>
            <p:spPr bwMode="auto">
              <a:xfrm>
                <a:off x="96"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37" name="Line 77"/>
              <p:cNvSpPr>
                <a:spLocks noChangeShapeType="1"/>
              </p:cNvSpPr>
              <p:nvPr/>
            </p:nvSpPr>
            <p:spPr bwMode="auto">
              <a:xfrm>
                <a:off x="96"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38" name="Line 78"/>
              <p:cNvSpPr>
                <a:spLocks noChangeShapeType="1"/>
              </p:cNvSpPr>
              <p:nvPr/>
            </p:nvSpPr>
            <p:spPr bwMode="auto">
              <a:xfrm>
                <a:off x="9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39" name="Line 79"/>
              <p:cNvSpPr>
                <a:spLocks noChangeShapeType="1"/>
              </p:cNvSpPr>
              <p:nvPr/>
            </p:nvSpPr>
            <p:spPr bwMode="auto">
              <a:xfrm>
                <a:off x="480"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40" name="Line 80"/>
              <p:cNvSpPr>
                <a:spLocks noChangeShapeType="1"/>
              </p:cNvSpPr>
              <p:nvPr/>
            </p:nvSpPr>
            <p:spPr bwMode="auto">
              <a:xfrm>
                <a:off x="864"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45841" name="Group 81"/>
            <p:cNvGrpSpPr>
              <a:grpSpLocks/>
            </p:cNvGrpSpPr>
            <p:nvPr/>
          </p:nvGrpSpPr>
          <p:grpSpPr bwMode="auto">
            <a:xfrm>
              <a:off x="144" y="2064"/>
              <a:ext cx="768" cy="689"/>
              <a:chOff x="144" y="2064"/>
              <a:chExt cx="768" cy="689"/>
            </a:xfrm>
          </p:grpSpPr>
          <p:sp>
            <p:nvSpPr>
              <p:cNvPr id="245842" name="Rectangle 82"/>
              <p:cNvSpPr>
                <a:spLocks noChangeArrowheads="1"/>
              </p:cNvSpPr>
              <p:nvPr/>
            </p:nvSpPr>
            <p:spPr bwMode="auto">
              <a:xfrm>
                <a:off x="528"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45843" name="Rectangle 83"/>
              <p:cNvSpPr>
                <a:spLocks noChangeArrowheads="1"/>
              </p:cNvSpPr>
              <p:nvPr/>
            </p:nvSpPr>
            <p:spPr bwMode="auto">
              <a:xfrm>
                <a:off x="144" y="25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5844" name="Rectangle 84" descr="25%"/>
              <p:cNvSpPr>
                <a:spLocks noChangeArrowheads="1"/>
              </p:cNvSpPr>
              <p:nvPr/>
            </p:nvSpPr>
            <p:spPr bwMode="auto">
              <a:xfrm>
                <a:off x="528" y="2313"/>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5</a:t>
                </a:r>
              </a:p>
            </p:txBody>
          </p:sp>
          <p:sp>
            <p:nvSpPr>
              <p:cNvPr id="245845" name="Rectangle 85" descr="25%"/>
              <p:cNvSpPr>
                <a:spLocks noChangeArrowheads="1"/>
              </p:cNvSpPr>
              <p:nvPr/>
            </p:nvSpPr>
            <p:spPr bwMode="auto">
              <a:xfrm>
                <a:off x="144" y="2313"/>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A</a:t>
                </a:r>
              </a:p>
            </p:txBody>
          </p:sp>
          <p:sp>
            <p:nvSpPr>
              <p:cNvPr id="245846" name="Rectangle 86"/>
              <p:cNvSpPr>
                <a:spLocks noChangeArrowheads="1"/>
              </p:cNvSpPr>
              <p:nvPr/>
            </p:nvSpPr>
            <p:spPr bwMode="auto">
              <a:xfrm>
                <a:off x="528"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45847" name="Rectangle 87"/>
              <p:cNvSpPr>
                <a:spLocks noChangeArrowheads="1"/>
              </p:cNvSpPr>
              <p:nvPr/>
            </p:nvSpPr>
            <p:spPr bwMode="auto">
              <a:xfrm>
                <a:off x="144" y="20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0</a:t>
                </a:r>
              </a:p>
            </p:txBody>
          </p:sp>
          <p:sp>
            <p:nvSpPr>
              <p:cNvPr id="245848" name="Line 88"/>
              <p:cNvSpPr>
                <a:spLocks noChangeShapeType="1"/>
              </p:cNvSpPr>
              <p:nvPr/>
            </p:nvSpPr>
            <p:spPr bwMode="auto">
              <a:xfrm>
                <a:off x="144" y="20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49" name="Line 89"/>
              <p:cNvSpPr>
                <a:spLocks noChangeShapeType="1"/>
              </p:cNvSpPr>
              <p:nvPr/>
            </p:nvSpPr>
            <p:spPr bwMode="auto">
              <a:xfrm>
                <a:off x="144" y="23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50" name="Line 90"/>
              <p:cNvSpPr>
                <a:spLocks noChangeShapeType="1"/>
              </p:cNvSpPr>
              <p:nvPr/>
            </p:nvSpPr>
            <p:spPr bwMode="auto">
              <a:xfrm>
                <a:off x="144" y="25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51" name="Line 91"/>
              <p:cNvSpPr>
                <a:spLocks noChangeShapeType="1"/>
              </p:cNvSpPr>
              <p:nvPr/>
            </p:nvSpPr>
            <p:spPr bwMode="auto">
              <a:xfrm>
                <a:off x="144" y="27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52" name="Line 92"/>
              <p:cNvSpPr>
                <a:spLocks noChangeShapeType="1"/>
              </p:cNvSpPr>
              <p:nvPr/>
            </p:nvSpPr>
            <p:spPr bwMode="auto">
              <a:xfrm>
                <a:off x="144"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53" name="Line 93"/>
              <p:cNvSpPr>
                <a:spLocks noChangeShapeType="1"/>
              </p:cNvSpPr>
              <p:nvPr/>
            </p:nvSpPr>
            <p:spPr bwMode="auto">
              <a:xfrm>
                <a:off x="528" y="20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54" name="Line 94"/>
              <p:cNvSpPr>
                <a:spLocks noChangeShapeType="1"/>
              </p:cNvSpPr>
              <p:nvPr/>
            </p:nvSpPr>
            <p:spPr bwMode="auto">
              <a:xfrm>
                <a:off x="912" y="20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45855" name="Group 95"/>
            <p:cNvGrpSpPr>
              <a:grpSpLocks/>
            </p:cNvGrpSpPr>
            <p:nvPr/>
          </p:nvGrpSpPr>
          <p:grpSpPr bwMode="auto">
            <a:xfrm>
              <a:off x="1008" y="1152"/>
              <a:ext cx="768" cy="689"/>
              <a:chOff x="1008" y="1152"/>
              <a:chExt cx="768" cy="689"/>
            </a:xfrm>
          </p:grpSpPr>
          <p:sp>
            <p:nvSpPr>
              <p:cNvPr id="245856" name="Rectangle 96"/>
              <p:cNvSpPr>
                <a:spLocks noChangeArrowheads="1"/>
              </p:cNvSpPr>
              <p:nvPr/>
            </p:nvSpPr>
            <p:spPr bwMode="auto">
              <a:xfrm>
                <a:off x="1392"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8</a:t>
                </a:r>
              </a:p>
            </p:txBody>
          </p:sp>
          <p:sp>
            <p:nvSpPr>
              <p:cNvPr id="245857" name="Rectangle 97"/>
              <p:cNvSpPr>
                <a:spLocks noChangeArrowheads="1"/>
              </p:cNvSpPr>
              <p:nvPr/>
            </p:nvSpPr>
            <p:spPr bwMode="auto">
              <a:xfrm>
                <a:off x="1008" y="15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45858" name="Rectangle 98" descr="25%"/>
              <p:cNvSpPr>
                <a:spLocks noChangeArrowheads="1"/>
              </p:cNvSpPr>
              <p:nvPr/>
            </p:nvSpPr>
            <p:spPr bwMode="auto">
              <a:xfrm>
                <a:off x="1392" y="1401"/>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a:latin typeface="Comic Sans MS" charset="0"/>
                  </a:rPr>
                  <a:t>3</a:t>
                </a:r>
              </a:p>
            </p:txBody>
          </p:sp>
          <p:sp>
            <p:nvSpPr>
              <p:cNvPr id="245859" name="Rectangle 99" descr="25%"/>
              <p:cNvSpPr>
                <a:spLocks noChangeArrowheads="1"/>
              </p:cNvSpPr>
              <p:nvPr/>
            </p:nvSpPr>
            <p:spPr bwMode="auto">
              <a:xfrm>
                <a:off x="1008" y="1401"/>
                <a:ext cx="384" cy="191"/>
              </a:xfrm>
              <a:prstGeom prst="rect">
                <a:avLst/>
              </a:prstGeom>
              <a:pattFill prst="pct25">
                <a:fgClr>
                  <a:schemeClr val="accent1"/>
                </a:fgClr>
                <a:bgClr>
                  <a:schemeClr val="bg1"/>
                </a:bgClr>
              </a:pattFill>
              <a:ln w="9525">
                <a:noFill/>
                <a:miter lim="800000"/>
                <a:headEnd/>
                <a:tailEnd/>
              </a:ln>
              <a:effectLst/>
            </p:spPr>
            <p:txBody>
              <a:bodyPr>
                <a:prstTxWarp prst="textNoShape">
                  <a:avLst/>
                </a:prstTxWarp>
              </a:bodyPr>
              <a:lstStyle/>
              <a:p>
                <a:pPr>
                  <a:spcBef>
                    <a:spcPct val="20000"/>
                  </a:spcBef>
                </a:pPr>
                <a:r>
                  <a:rPr lang="en-US" sz="1400">
                    <a:latin typeface="Comic Sans MS" charset="0"/>
                  </a:rPr>
                  <a:t>B</a:t>
                </a:r>
              </a:p>
            </p:txBody>
          </p:sp>
          <p:sp>
            <p:nvSpPr>
              <p:cNvPr id="245860" name="Rectangle 100"/>
              <p:cNvSpPr>
                <a:spLocks noChangeArrowheads="1"/>
              </p:cNvSpPr>
              <p:nvPr/>
            </p:nvSpPr>
            <p:spPr bwMode="auto">
              <a:xfrm>
                <a:off x="1392"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8</a:t>
                </a:r>
              </a:p>
            </p:txBody>
          </p:sp>
          <p:sp>
            <p:nvSpPr>
              <p:cNvPr id="245861" name="Rectangle 101"/>
              <p:cNvSpPr>
                <a:spLocks noChangeArrowheads="1"/>
              </p:cNvSpPr>
              <p:nvPr/>
            </p:nvSpPr>
            <p:spPr bwMode="auto">
              <a:xfrm>
                <a:off x="1008" y="115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5</a:t>
                </a:r>
              </a:p>
            </p:txBody>
          </p:sp>
          <p:sp>
            <p:nvSpPr>
              <p:cNvPr id="245862" name="Line 102"/>
              <p:cNvSpPr>
                <a:spLocks noChangeShapeType="1"/>
              </p:cNvSpPr>
              <p:nvPr/>
            </p:nvSpPr>
            <p:spPr bwMode="auto">
              <a:xfrm>
                <a:off x="1008" y="115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63" name="Line 103"/>
              <p:cNvSpPr>
                <a:spLocks noChangeShapeType="1"/>
              </p:cNvSpPr>
              <p:nvPr/>
            </p:nvSpPr>
            <p:spPr bwMode="auto">
              <a:xfrm>
                <a:off x="1008" y="140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64" name="Line 104"/>
              <p:cNvSpPr>
                <a:spLocks noChangeShapeType="1"/>
              </p:cNvSpPr>
              <p:nvPr/>
            </p:nvSpPr>
            <p:spPr bwMode="auto">
              <a:xfrm>
                <a:off x="1008" y="159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65" name="Line 105"/>
              <p:cNvSpPr>
                <a:spLocks noChangeShapeType="1"/>
              </p:cNvSpPr>
              <p:nvPr/>
            </p:nvSpPr>
            <p:spPr bwMode="auto">
              <a:xfrm>
                <a:off x="1008" y="184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66" name="Line 106"/>
              <p:cNvSpPr>
                <a:spLocks noChangeShapeType="1"/>
              </p:cNvSpPr>
              <p:nvPr/>
            </p:nvSpPr>
            <p:spPr bwMode="auto">
              <a:xfrm>
                <a:off x="1008"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67" name="Line 107"/>
              <p:cNvSpPr>
                <a:spLocks noChangeShapeType="1"/>
              </p:cNvSpPr>
              <p:nvPr/>
            </p:nvSpPr>
            <p:spPr bwMode="auto">
              <a:xfrm>
                <a:off x="1392" y="115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68" name="Line 108"/>
              <p:cNvSpPr>
                <a:spLocks noChangeShapeType="1"/>
              </p:cNvSpPr>
              <p:nvPr/>
            </p:nvSpPr>
            <p:spPr bwMode="auto">
              <a:xfrm>
                <a:off x="1776" y="115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45869" name="Group 109"/>
            <p:cNvGrpSpPr>
              <a:grpSpLocks/>
            </p:cNvGrpSpPr>
            <p:nvPr/>
          </p:nvGrpSpPr>
          <p:grpSpPr bwMode="auto">
            <a:xfrm>
              <a:off x="2016" y="2880"/>
              <a:ext cx="768" cy="689"/>
              <a:chOff x="2016" y="2880"/>
              <a:chExt cx="768" cy="689"/>
            </a:xfrm>
          </p:grpSpPr>
          <p:sp>
            <p:nvSpPr>
              <p:cNvPr id="245870" name="Rectangle 110"/>
              <p:cNvSpPr>
                <a:spLocks noChangeArrowheads="1"/>
              </p:cNvSpPr>
              <p:nvPr/>
            </p:nvSpPr>
            <p:spPr bwMode="auto">
              <a:xfrm>
                <a:off x="2400"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18</a:t>
                </a:r>
              </a:p>
            </p:txBody>
          </p:sp>
          <p:sp>
            <p:nvSpPr>
              <p:cNvPr id="245871" name="Rectangle 111"/>
              <p:cNvSpPr>
                <a:spLocks noChangeArrowheads="1"/>
              </p:cNvSpPr>
              <p:nvPr/>
            </p:nvSpPr>
            <p:spPr bwMode="auto">
              <a:xfrm>
                <a:off x="2016" y="332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8</a:t>
                </a:r>
              </a:p>
            </p:txBody>
          </p:sp>
          <p:sp>
            <p:nvSpPr>
              <p:cNvPr id="245872" name="Rectangle 112"/>
              <p:cNvSpPr>
                <a:spLocks noChangeArrowheads="1"/>
              </p:cNvSpPr>
              <p:nvPr/>
            </p:nvSpPr>
            <p:spPr bwMode="auto">
              <a:xfrm>
                <a:off x="2400"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10</a:t>
                </a:r>
              </a:p>
            </p:txBody>
          </p:sp>
          <p:sp>
            <p:nvSpPr>
              <p:cNvPr id="245873" name="Rectangle 113"/>
              <p:cNvSpPr>
                <a:spLocks noChangeArrowheads="1"/>
              </p:cNvSpPr>
              <p:nvPr/>
            </p:nvSpPr>
            <p:spPr bwMode="auto">
              <a:xfrm>
                <a:off x="2016" y="312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E</a:t>
                </a:r>
              </a:p>
            </p:txBody>
          </p:sp>
          <p:sp>
            <p:nvSpPr>
              <p:cNvPr id="245874" name="Rectangle 114"/>
              <p:cNvSpPr>
                <a:spLocks noChangeArrowheads="1"/>
              </p:cNvSpPr>
              <p:nvPr/>
            </p:nvSpPr>
            <p:spPr bwMode="auto">
              <a:xfrm>
                <a:off x="2400"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18</a:t>
                </a:r>
              </a:p>
            </p:txBody>
          </p:sp>
          <p:sp>
            <p:nvSpPr>
              <p:cNvPr id="245875" name="Rectangle 115"/>
              <p:cNvSpPr>
                <a:spLocks noChangeArrowheads="1"/>
              </p:cNvSpPr>
              <p:nvPr/>
            </p:nvSpPr>
            <p:spPr bwMode="auto">
              <a:xfrm>
                <a:off x="2016" y="288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8</a:t>
                </a:r>
              </a:p>
            </p:txBody>
          </p:sp>
          <p:sp>
            <p:nvSpPr>
              <p:cNvPr id="245876" name="Line 116"/>
              <p:cNvSpPr>
                <a:spLocks noChangeShapeType="1"/>
              </p:cNvSpPr>
              <p:nvPr/>
            </p:nvSpPr>
            <p:spPr bwMode="auto">
              <a:xfrm>
                <a:off x="2016" y="288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77" name="Line 117"/>
              <p:cNvSpPr>
                <a:spLocks noChangeShapeType="1"/>
              </p:cNvSpPr>
              <p:nvPr/>
            </p:nvSpPr>
            <p:spPr bwMode="auto">
              <a:xfrm>
                <a:off x="2016" y="312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78" name="Line 118"/>
              <p:cNvSpPr>
                <a:spLocks noChangeShapeType="1"/>
              </p:cNvSpPr>
              <p:nvPr/>
            </p:nvSpPr>
            <p:spPr bwMode="auto">
              <a:xfrm>
                <a:off x="2016" y="332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79" name="Line 119"/>
              <p:cNvSpPr>
                <a:spLocks noChangeShapeType="1"/>
              </p:cNvSpPr>
              <p:nvPr/>
            </p:nvSpPr>
            <p:spPr bwMode="auto">
              <a:xfrm>
                <a:off x="2016" y="356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80" name="Line 120"/>
              <p:cNvSpPr>
                <a:spLocks noChangeShapeType="1"/>
              </p:cNvSpPr>
              <p:nvPr/>
            </p:nvSpPr>
            <p:spPr bwMode="auto">
              <a:xfrm>
                <a:off x="2016"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81" name="Line 121"/>
              <p:cNvSpPr>
                <a:spLocks noChangeShapeType="1"/>
              </p:cNvSpPr>
              <p:nvPr/>
            </p:nvSpPr>
            <p:spPr bwMode="auto">
              <a:xfrm>
                <a:off x="2400" y="288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82" name="Line 122"/>
              <p:cNvSpPr>
                <a:spLocks noChangeShapeType="1"/>
              </p:cNvSpPr>
              <p:nvPr/>
            </p:nvSpPr>
            <p:spPr bwMode="auto">
              <a:xfrm>
                <a:off x="2784" y="288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grpSp>
          <p:nvGrpSpPr>
            <p:cNvPr id="245883" name="Group 123"/>
            <p:cNvGrpSpPr>
              <a:grpSpLocks/>
            </p:cNvGrpSpPr>
            <p:nvPr/>
          </p:nvGrpSpPr>
          <p:grpSpPr bwMode="auto">
            <a:xfrm>
              <a:off x="2976" y="1392"/>
              <a:ext cx="768" cy="689"/>
              <a:chOff x="2976" y="1392"/>
              <a:chExt cx="768" cy="689"/>
            </a:xfrm>
          </p:grpSpPr>
          <p:sp>
            <p:nvSpPr>
              <p:cNvPr id="245884" name="Rectangle 124"/>
              <p:cNvSpPr>
                <a:spLocks noChangeArrowheads="1"/>
              </p:cNvSpPr>
              <p:nvPr/>
            </p:nvSpPr>
            <p:spPr bwMode="auto">
              <a:xfrm>
                <a:off x="3360"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45885" name="Rectangle 125"/>
              <p:cNvSpPr>
                <a:spLocks noChangeArrowheads="1"/>
              </p:cNvSpPr>
              <p:nvPr/>
            </p:nvSpPr>
            <p:spPr bwMode="auto">
              <a:xfrm>
                <a:off x="2976" y="183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18</a:t>
                </a:r>
              </a:p>
            </p:txBody>
          </p:sp>
          <p:sp>
            <p:nvSpPr>
              <p:cNvPr id="245886" name="Rectangle 126" descr="25%"/>
              <p:cNvSpPr>
                <a:spLocks noChangeArrowheads="1"/>
              </p:cNvSpPr>
              <p:nvPr/>
            </p:nvSpPr>
            <p:spPr bwMode="auto">
              <a:xfrm>
                <a:off x="3360" y="1641"/>
                <a:ext cx="384" cy="191"/>
              </a:xfrm>
              <a:prstGeom prst="rect">
                <a:avLst/>
              </a:prstGeom>
              <a:pattFill prst="pct25">
                <a:fgClr>
                  <a:srgbClr val="00CC99"/>
                </a:fgClr>
                <a:bgClr>
                  <a:srgbClr val="FFFFFF"/>
                </a:bgClr>
              </a:pattFill>
              <a:ln w="9525">
                <a:noFill/>
                <a:miter lim="800000"/>
                <a:headEnd/>
                <a:tailEnd/>
              </a:ln>
              <a:effectLst/>
            </p:spPr>
            <p:txBody>
              <a:bodyPr>
                <a:prstTxWarp prst="textNoShape">
                  <a:avLst/>
                </a:prstTxWarp>
              </a:bodyPr>
              <a:lstStyle/>
              <a:p>
                <a:pPr>
                  <a:spcBef>
                    <a:spcPct val="20000"/>
                  </a:spcBef>
                </a:pPr>
                <a:r>
                  <a:rPr lang="en-US" sz="1400" b="1">
                    <a:solidFill>
                      <a:schemeClr val="accent2"/>
                    </a:solidFill>
                    <a:latin typeface="Comic Sans MS" charset="0"/>
                  </a:rPr>
                  <a:t>1</a:t>
                </a:r>
              </a:p>
            </p:txBody>
          </p:sp>
          <p:sp>
            <p:nvSpPr>
              <p:cNvPr id="245887" name="Rectangle 127" descr="25%"/>
              <p:cNvSpPr>
                <a:spLocks noChangeArrowheads="1"/>
              </p:cNvSpPr>
              <p:nvPr/>
            </p:nvSpPr>
            <p:spPr bwMode="auto">
              <a:xfrm>
                <a:off x="2976" y="1641"/>
                <a:ext cx="384" cy="191"/>
              </a:xfrm>
              <a:prstGeom prst="rect">
                <a:avLst/>
              </a:prstGeom>
              <a:pattFill prst="pct25">
                <a:fgClr>
                  <a:schemeClr val="accent1"/>
                </a:fgClr>
                <a:bgClr>
                  <a:schemeClr val="bg1"/>
                </a:bgClr>
              </a:pattFill>
              <a:ln w="9525">
                <a:solidFill>
                  <a:srgbClr val="FF3300"/>
                </a:solidFill>
                <a:miter lim="800000"/>
                <a:headEnd/>
                <a:tailEnd/>
              </a:ln>
              <a:effectLst/>
            </p:spPr>
            <p:txBody>
              <a:bodyPr>
                <a:prstTxWarp prst="textNoShape">
                  <a:avLst/>
                </a:prstTxWarp>
              </a:bodyPr>
              <a:lstStyle/>
              <a:p>
                <a:pPr>
                  <a:spcBef>
                    <a:spcPct val="20000"/>
                  </a:spcBef>
                </a:pPr>
                <a:r>
                  <a:rPr lang="en-US" sz="1400">
                    <a:solidFill>
                      <a:schemeClr val="accent2"/>
                    </a:solidFill>
                    <a:latin typeface="Comic Sans MS" charset="0"/>
                  </a:rPr>
                  <a:t>F</a:t>
                </a:r>
              </a:p>
            </p:txBody>
          </p:sp>
          <p:sp>
            <p:nvSpPr>
              <p:cNvPr id="245888" name="Rectangle 128"/>
              <p:cNvSpPr>
                <a:spLocks noChangeArrowheads="1"/>
              </p:cNvSpPr>
              <p:nvPr/>
            </p:nvSpPr>
            <p:spPr bwMode="auto">
              <a:xfrm>
                <a:off x="3360"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45889" name="Rectangle 129"/>
              <p:cNvSpPr>
                <a:spLocks noChangeArrowheads="1"/>
              </p:cNvSpPr>
              <p:nvPr/>
            </p:nvSpPr>
            <p:spPr bwMode="auto">
              <a:xfrm>
                <a:off x="2976" y="1392"/>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18</a:t>
                </a:r>
              </a:p>
            </p:txBody>
          </p:sp>
          <p:sp>
            <p:nvSpPr>
              <p:cNvPr id="245890" name="Line 130"/>
              <p:cNvSpPr>
                <a:spLocks noChangeShapeType="1"/>
              </p:cNvSpPr>
              <p:nvPr/>
            </p:nvSpPr>
            <p:spPr bwMode="auto">
              <a:xfrm>
                <a:off x="2976" y="1392"/>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91" name="Line 131"/>
              <p:cNvSpPr>
                <a:spLocks noChangeShapeType="1"/>
              </p:cNvSpPr>
              <p:nvPr/>
            </p:nvSpPr>
            <p:spPr bwMode="auto">
              <a:xfrm>
                <a:off x="2976" y="1641"/>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92" name="Line 132"/>
              <p:cNvSpPr>
                <a:spLocks noChangeShapeType="1"/>
              </p:cNvSpPr>
              <p:nvPr/>
            </p:nvSpPr>
            <p:spPr bwMode="auto">
              <a:xfrm>
                <a:off x="2976" y="1832"/>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93" name="Line 133"/>
              <p:cNvSpPr>
                <a:spLocks noChangeShapeType="1"/>
              </p:cNvSpPr>
              <p:nvPr/>
            </p:nvSpPr>
            <p:spPr bwMode="auto">
              <a:xfrm>
                <a:off x="2976" y="2081"/>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94" name="Line 134"/>
              <p:cNvSpPr>
                <a:spLocks noChangeShapeType="1"/>
              </p:cNvSpPr>
              <p:nvPr/>
            </p:nvSpPr>
            <p:spPr bwMode="auto">
              <a:xfrm>
                <a:off x="2976"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895" name="Line 135"/>
              <p:cNvSpPr>
                <a:spLocks noChangeShapeType="1"/>
              </p:cNvSpPr>
              <p:nvPr/>
            </p:nvSpPr>
            <p:spPr bwMode="auto">
              <a:xfrm>
                <a:off x="3360" y="1392"/>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896" name="Line 136"/>
              <p:cNvSpPr>
                <a:spLocks noChangeShapeType="1"/>
              </p:cNvSpPr>
              <p:nvPr/>
            </p:nvSpPr>
            <p:spPr bwMode="auto">
              <a:xfrm>
                <a:off x="3744" y="1392"/>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45897" name="AutoShape 137"/>
            <p:cNvCxnSpPr>
              <a:cxnSpLocks noChangeShapeType="1"/>
              <a:stCxn id="245839" idx="1"/>
              <a:endCxn id="245853" idx="0"/>
            </p:cNvCxnSpPr>
            <p:nvPr/>
          </p:nvCxnSpPr>
          <p:spPr bwMode="auto">
            <a:xfrm>
              <a:off x="480" y="1889"/>
              <a:ext cx="48" cy="175"/>
            </a:xfrm>
            <a:prstGeom prst="straightConnector1">
              <a:avLst/>
            </a:prstGeom>
            <a:noFill/>
            <a:ln w="9525">
              <a:solidFill>
                <a:schemeClr val="tx1"/>
              </a:solidFill>
              <a:round/>
              <a:headEnd/>
              <a:tailEnd type="triangle" w="med" len="med"/>
            </a:ln>
            <a:effectLst/>
          </p:spPr>
        </p:cxnSp>
        <p:cxnSp>
          <p:nvCxnSpPr>
            <p:cNvPr id="245898" name="AutoShape 138"/>
            <p:cNvCxnSpPr>
              <a:cxnSpLocks noChangeShapeType="1"/>
              <a:stCxn id="245844" idx="3"/>
              <a:endCxn id="245865" idx="0"/>
            </p:cNvCxnSpPr>
            <p:nvPr/>
          </p:nvCxnSpPr>
          <p:spPr bwMode="auto">
            <a:xfrm flipV="1">
              <a:off x="912" y="1832"/>
              <a:ext cx="96" cy="577"/>
            </a:xfrm>
            <a:prstGeom prst="straightConnector1">
              <a:avLst/>
            </a:prstGeom>
            <a:noFill/>
            <a:ln w="9525">
              <a:solidFill>
                <a:schemeClr val="tx1"/>
              </a:solidFill>
              <a:round/>
              <a:headEnd/>
              <a:tailEnd type="triangle" w="med" len="med"/>
            </a:ln>
            <a:effectLst/>
          </p:spPr>
        </p:cxnSp>
        <p:cxnSp>
          <p:nvCxnSpPr>
            <p:cNvPr id="245899" name="AutoShape 139"/>
            <p:cNvCxnSpPr>
              <a:cxnSpLocks noChangeShapeType="1"/>
              <a:stCxn id="245858" idx="3"/>
              <a:endCxn id="245880" idx="0"/>
            </p:cNvCxnSpPr>
            <p:nvPr/>
          </p:nvCxnSpPr>
          <p:spPr bwMode="auto">
            <a:xfrm>
              <a:off x="1776" y="1497"/>
              <a:ext cx="240" cy="1374"/>
            </a:xfrm>
            <a:prstGeom prst="straightConnector1">
              <a:avLst/>
            </a:prstGeom>
            <a:noFill/>
            <a:ln w="9525">
              <a:solidFill>
                <a:schemeClr val="tx1"/>
              </a:solidFill>
              <a:round/>
              <a:headEnd/>
              <a:tailEnd type="triangle" w="med" len="med"/>
            </a:ln>
            <a:effectLst/>
          </p:spPr>
        </p:cxnSp>
        <p:cxnSp>
          <p:nvCxnSpPr>
            <p:cNvPr id="245900" name="AutoShape 140"/>
            <p:cNvCxnSpPr>
              <a:cxnSpLocks noChangeShapeType="1"/>
              <a:stCxn id="245872" idx="3"/>
              <a:endCxn id="245887" idx="1"/>
            </p:cNvCxnSpPr>
            <p:nvPr/>
          </p:nvCxnSpPr>
          <p:spPr bwMode="auto">
            <a:xfrm flipV="1">
              <a:off x="2784" y="1737"/>
              <a:ext cx="192" cy="1488"/>
            </a:xfrm>
            <a:prstGeom prst="straightConnector1">
              <a:avLst/>
            </a:prstGeom>
            <a:noFill/>
            <a:ln w="9525">
              <a:solidFill>
                <a:schemeClr val="tx1"/>
              </a:solidFill>
              <a:round/>
              <a:headEnd/>
              <a:tailEnd type="triangle" w="med" len="med"/>
            </a:ln>
            <a:effectLst/>
          </p:spPr>
        </p:cxnSp>
        <p:cxnSp>
          <p:nvCxnSpPr>
            <p:cNvPr id="245901" name="AutoShape 141"/>
            <p:cNvCxnSpPr>
              <a:cxnSpLocks noChangeShapeType="1"/>
              <a:stCxn id="245886" idx="3"/>
              <a:endCxn id="245906" idx="1"/>
            </p:cNvCxnSpPr>
            <p:nvPr/>
          </p:nvCxnSpPr>
          <p:spPr bwMode="auto">
            <a:xfrm flipV="1">
              <a:off x="3744" y="1209"/>
              <a:ext cx="192" cy="528"/>
            </a:xfrm>
            <a:prstGeom prst="straightConnector1">
              <a:avLst/>
            </a:prstGeom>
            <a:noFill/>
            <a:ln w="9525">
              <a:solidFill>
                <a:schemeClr val="tx1"/>
              </a:solidFill>
              <a:round/>
              <a:headEnd/>
              <a:tailEnd type="triangle" w="med" len="med"/>
            </a:ln>
            <a:effectLst/>
          </p:spPr>
        </p:cxnSp>
        <p:grpSp>
          <p:nvGrpSpPr>
            <p:cNvPr id="245902" name="Group 142"/>
            <p:cNvGrpSpPr>
              <a:grpSpLocks/>
            </p:cNvGrpSpPr>
            <p:nvPr/>
          </p:nvGrpSpPr>
          <p:grpSpPr bwMode="auto">
            <a:xfrm>
              <a:off x="3936" y="864"/>
              <a:ext cx="1680" cy="1025"/>
              <a:chOff x="3936" y="864"/>
              <a:chExt cx="1680" cy="1025"/>
            </a:xfrm>
          </p:grpSpPr>
          <p:sp>
            <p:nvSpPr>
              <p:cNvPr id="245903" name="Rectangle 143"/>
              <p:cNvSpPr>
                <a:spLocks noChangeArrowheads="1"/>
              </p:cNvSpPr>
              <p:nvPr/>
            </p:nvSpPr>
            <p:spPr bwMode="auto">
              <a:xfrm>
                <a:off x="4320"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5904" name="Rectangle 144"/>
              <p:cNvSpPr>
                <a:spLocks noChangeArrowheads="1"/>
              </p:cNvSpPr>
              <p:nvPr/>
            </p:nvSpPr>
            <p:spPr bwMode="auto">
              <a:xfrm>
                <a:off x="3936" y="130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45905" name="Rectangle 145"/>
              <p:cNvSpPr>
                <a:spLocks noChangeArrowheads="1"/>
              </p:cNvSpPr>
              <p:nvPr/>
            </p:nvSpPr>
            <p:spPr bwMode="auto">
              <a:xfrm>
                <a:off x="4320"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8</a:t>
                </a:r>
              </a:p>
            </p:txBody>
          </p:sp>
          <p:sp>
            <p:nvSpPr>
              <p:cNvPr id="245906" name="Rectangle 146"/>
              <p:cNvSpPr>
                <a:spLocks noChangeArrowheads="1"/>
              </p:cNvSpPr>
              <p:nvPr/>
            </p:nvSpPr>
            <p:spPr bwMode="auto">
              <a:xfrm>
                <a:off x="3936" y="1113"/>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I</a:t>
                </a:r>
              </a:p>
            </p:txBody>
          </p:sp>
          <p:sp>
            <p:nvSpPr>
              <p:cNvPr id="245907" name="Rectangle 147"/>
              <p:cNvSpPr>
                <a:spLocks noChangeArrowheads="1"/>
              </p:cNvSpPr>
              <p:nvPr/>
            </p:nvSpPr>
            <p:spPr bwMode="auto">
              <a:xfrm>
                <a:off x="4320"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5908" name="Rectangle 148"/>
              <p:cNvSpPr>
                <a:spLocks noChangeArrowheads="1"/>
              </p:cNvSpPr>
              <p:nvPr/>
            </p:nvSpPr>
            <p:spPr bwMode="auto">
              <a:xfrm>
                <a:off x="3936" y="864"/>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19</a:t>
                </a:r>
              </a:p>
            </p:txBody>
          </p:sp>
          <p:sp>
            <p:nvSpPr>
              <p:cNvPr id="245909" name="Line 149"/>
              <p:cNvSpPr>
                <a:spLocks noChangeShapeType="1"/>
              </p:cNvSpPr>
              <p:nvPr/>
            </p:nvSpPr>
            <p:spPr bwMode="auto">
              <a:xfrm>
                <a:off x="3936" y="864"/>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910" name="Line 150"/>
              <p:cNvSpPr>
                <a:spLocks noChangeShapeType="1"/>
              </p:cNvSpPr>
              <p:nvPr/>
            </p:nvSpPr>
            <p:spPr bwMode="auto">
              <a:xfrm>
                <a:off x="3936" y="1113"/>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911" name="Line 151"/>
              <p:cNvSpPr>
                <a:spLocks noChangeShapeType="1"/>
              </p:cNvSpPr>
              <p:nvPr/>
            </p:nvSpPr>
            <p:spPr bwMode="auto">
              <a:xfrm>
                <a:off x="3936" y="1304"/>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912" name="Line 152"/>
              <p:cNvSpPr>
                <a:spLocks noChangeShapeType="1"/>
              </p:cNvSpPr>
              <p:nvPr/>
            </p:nvSpPr>
            <p:spPr bwMode="auto">
              <a:xfrm>
                <a:off x="3936" y="1553"/>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913" name="Line 153"/>
              <p:cNvSpPr>
                <a:spLocks noChangeShapeType="1"/>
              </p:cNvSpPr>
              <p:nvPr/>
            </p:nvSpPr>
            <p:spPr bwMode="auto">
              <a:xfrm>
                <a:off x="3936"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914" name="Line 154"/>
              <p:cNvSpPr>
                <a:spLocks noChangeShapeType="1"/>
              </p:cNvSpPr>
              <p:nvPr/>
            </p:nvSpPr>
            <p:spPr bwMode="auto">
              <a:xfrm>
                <a:off x="4320" y="864"/>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915" name="Line 155"/>
              <p:cNvSpPr>
                <a:spLocks noChangeShapeType="1"/>
              </p:cNvSpPr>
              <p:nvPr/>
            </p:nvSpPr>
            <p:spPr bwMode="auto">
              <a:xfrm>
                <a:off x="4704" y="864"/>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nvGrpSpPr>
              <p:cNvPr id="245916" name="Group 156"/>
              <p:cNvGrpSpPr>
                <a:grpSpLocks/>
              </p:cNvGrpSpPr>
              <p:nvPr/>
            </p:nvGrpSpPr>
            <p:grpSpPr bwMode="auto">
              <a:xfrm>
                <a:off x="4848" y="1200"/>
                <a:ext cx="768" cy="689"/>
                <a:chOff x="4848" y="1200"/>
                <a:chExt cx="768" cy="689"/>
              </a:xfrm>
            </p:grpSpPr>
            <p:sp>
              <p:nvSpPr>
                <p:cNvPr id="245917" name="Rectangle 157"/>
                <p:cNvSpPr>
                  <a:spLocks noChangeArrowheads="1"/>
                </p:cNvSpPr>
                <p:nvPr/>
              </p:nvSpPr>
              <p:spPr bwMode="auto">
                <a:xfrm>
                  <a:off x="5232"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5918" name="Rectangle 158"/>
                <p:cNvSpPr>
                  <a:spLocks noChangeArrowheads="1"/>
                </p:cNvSpPr>
                <p:nvPr/>
              </p:nvSpPr>
              <p:spPr bwMode="auto">
                <a:xfrm>
                  <a:off x="4848" y="164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5919" name="Rectangle 159"/>
                <p:cNvSpPr>
                  <a:spLocks noChangeArrowheads="1"/>
                </p:cNvSpPr>
                <p:nvPr/>
              </p:nvSpPr>
              <p:spPr bwMode="auto">
                <a:xfrm>
                  <a:off x="5232"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0</a:t>
                  </a:r>
                </a:p>
              </p:txBody>
            </p:sp>
            <p:sp>
              <p:nvSpPr>
                <p:cNvPr id="245920" name="Rectangle 160"/>
                <p:cNvSpPr>
                  <a:spLocks noChangeArrowheads="1"/>
                </p:cNvSpPr>
                <p:nvPr/>
              </p:nvSpPr>
              <p:spPr bwMode="auto">
                <a:xfrm>
                  <a:off x="4848" y="1449"/>
                  <a:ext cx="384" cy="191"/>
                </a:xfrm>
                <a:prstGeom prst="rect">
                  <a:avLst/>
                </a:prstGeom>
                <a:noFill/>
                <a:ln w="9525">
                  <a:noFill/>
                  <a:miter lim="800000"/>
                  <a:headEnd/>
                  <a:tailEnd/>
                </a:ln>
                <a:effectLst/>
              </p:spPr>
              <p:txBody>
                <a:bodyPr>
                  <a:prstTxWarp prst="textNoShape">
                    <a:avLst/>
                  </a:prstTxWarp>
                </a:bodyPr>
                <a:lstStyle/>
                <a:p>
                  <a:pPr>
                    <a:spcBef>
                      <a:spcPct val="20000"/>
                    </a:spcBef>
                  </a:pPr>
                  <a:r>
                    <a:rPr lang="en-US" sz="1400">
                      <a:latin typeface="Comic Sans MS" charset="0"/>
                    </a:rPr>
                    <a:t>FIN</a:t>
                  </a:r>
                </a:p>
              </p:txBody>
            </p:sp>
            <p:sp>
              <p:nvSpPr>
                <p:cNvPr id="245921" name="Rectangle 161"/>
                <p:cNvSpPr>
                  <a:spLocks noChangeArrowheads="1"/>
                </p:cNvSpPr>
                <p:nvPr/>
              </p:nvSpPr>
              <p:spPr bwMode="auto">
                <a:xfrm>
                  <a:off x="5232"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5922" name="Rectangle 162"/>
                <p:cNvSpPr>
                  <a:spLocks noChangeArrowheads="1"/>
                </p:cNvSpPr>
                <p:nvPr/>
              </p:nvSpPr>
              <p:spPr bwMode="auto">
                <a:xfrm>
                  <a:off x="4848" y="1200"/>
                  <a:ext cx="384" cy="249"/>
                </a:xfrm>
                <a:prstGeom prst="rect">
                  <a:avLst/>
                </a:prstGeom>
                <a:noFill/>
                <a:ln w="9525">
                  <a:noFill/>
                  <a:miter lim="800000"/>
                  <a:headEnd/>
                  <a:tailEnd/>
                </a:ln>
                <a:effectLst/>
              </p:spPr>
              <p:txBody>
                <a:bodyPr>
                  <a:prstTxWarp prst="textNoShape">
                    <a:avLst/>
                  </a:prstTxWarp>
                </a:bodyPr>
                <a:lstStyle/>
                <a:p>
                  <a:pPr>
                    <a:spcBef>
                      <a:spcPct val="20000"/>
                    </a:spcBef>
                  </a:pPr>
                  <a:r>
                    <a:rPr lang="en-US" sz="2000">
                      <a:latin typeface="Comic Sans MS" charset="0"/>
                    </a:rPr>
                    <a:t>27</a:t>
                  </a:r>
                </a:p>
              </p:txBody>
            </p:sp>
            <p:sp>
              <p:nvSpPr>
                <p:cNvPr id="245923" name="Line 163"/>
                <p:cNvSpPr>
                  <a:spLocks noChangeShapeType="1"/>
                </p:cNvSpPr>
                <p:nvPr/>
              </p:nvSpPr>
              <p:spPr bwMode="auto">
                <a:xfrm>
                  <a:off x="4848" y="1200"/>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924" name="Line 164"/>
                <p:cNvSpPr>
                  <a:spLocks noChangeShapeType="1"/>
                </p:cNvSpPr>
                <p:nvPr/>
              </p:nvSpPr>
              <p:spPr bwMode="auto">
                <a:xfrm>
                  <a:off x="4848" y="1449"/>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925" name="Line 165"/>
                <p:cNvSpPr>
                  <a:spLocks noChangeShapeType="1"/>
                </p:cNvSpPr>
                <p:nvPr/>
              </p:nvSpPr>
              <p:spPr bwMode="auto">
                <a:xfrm>
                  <a:off x="4848" y="1640"/>
                  <a:ext cx="768" cy="0"/>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926" name="Line 166"/>
                <p:cNvSpPr>
                  <a:spLocks noChangeShapeType="1"/>
                </p:cNvSpPr>
                <p:nvPr/>
              </p:nvSpPr>
              <p:spPr bwMode="auto">
                <a:xfrm>
                  <a:off x="4848" y="1889"/>
                  <a:ext cx="768" cy="0"/>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927" name="Line 167"/>
                <p:cNvSpPr>
                  <a:spLocks noChangeShapeType="1"/>
                </p:cNvSpPr>
                <p:nvPr/>
              </p:nvSpPr>
              <p:spPr bwMode="auto">
                <a:xfrm>
                  <a:off x="4848"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sp>
              <p:nvSpPr>
                <p:cNvPr id="245928" name="Line 168"/>
                <p:cNvSpPr>
                  <a:spLocks noChangeShapeType="1"/>
                </p:cNvSpPr>
                <p:nvPr/>
              </p:nvSpPr>
              <p:spPr bwMode="auto">
                <a:xfrm>
                  <a:off x="5232" y="1200"/>
                  <a:ext cx="0" cy="689"/>
                </a:xfrm>
                <a:prstGeom prst="lin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245929" name="Line 169"/>
                <p:cNvSpPr>
                  <a:spLocks noChangeShapeType="1"/>
                </p:cNvSpPr>
                <p:nvPr/>
              </p:nvSpPr>
              <p:spPr bwMode="auto">
                <a:xfrm>
                  <a:off x="5616" y="1200"/>
                  <a:ext cx="0" cy="689"/>
                </a:xfrm>
                <a:prstGeom prst="line">
                  <a:avLst/>
                </a:prstGeom>
                <a:noFill/>
                <a:ln w="28575" cap="sq">
                  <a:solidFill>
                    <a:schemeClr val="tx1"/>
                  </a:solidFill>
                  <a:round/>
                  <a:headEnd/>
                  <a:tailEnd/>
                </a:ln>
                <a:effectLst/>
              </p:spPr>
              <p:txBody>
                <a:bodyPr wrap="none" anchor="ctr">
                  <a:prstTxWarp prst="textNoShape">
                    <a:avLst/>
                  </a:prstTxWarp>
                </a:bodyPr>
                <a:lstStyle/>
                <a:p>
                  <a:endParaRPr lang="en-US"/>
                </a:p>
              </p:txBody>
            </p:sp>
          </p:grpSp>
          <p:cxnSp>
            <p:nvCxnSpPr>
              <p:cNvPr id="245930" name="AutoShape 170"/>
              <p:cNvCxnSpPr>
                <a:cxnSpLocks noChangeShapeType="1"/>
                <a:stCxn id="245905" idx="3"/>
                <a:endCxn id="245920" idx="1"/>
              </p:cNvCxnSpPr>
              <p:nvPr/>
            </p:nvCxnSpPr>
            <p:spPr bwMode="auto">
              <a:xfrm>
                <a:off x="4704" y="1209"/>
                <a:ext cx="144" cy="336"/>
              </a:xfrm>
              <a:prstGeom prst="straightConnector1">
                <a:avLst/>
              </a:prstGeom>
              <a:noFill/>
              <a:ln w="9525">
                <a:solidFill>
                  <a:schemeClr val="tx1"/>
                </a:solidFill>
                <a:round/>
                <a:headEnd/>
                <a:tailEnd type="triangle" w="med" len="med"/>
              </a:ln>
              <a:effectLst/>
            </p:spPr>
          </p:cxnSp>
        </p:grpSp>
      </p:grpSp>
      <p:cxnSp>
        <p:nvCxnSpPr>
          <p:cNvPr id="245931" name="AutoShape 171"/>
          <p:cNvCxnSpPr>
            <a:cxnSpLocks noChangeShapeType="1"/>
            <a:stCxn id="0" idx="3"/>
            <a:endCxn id="245920" idx="1"/>
          </p:cNvCxnSpPr>
          <p:nvPr/>
        </p:nvCxnSpPr>
        <p:spPr bwMode="auto">
          <a:xfrm flipV="1">
            <a:off x="7696200" y="2605088"/>
            <a:ext cx="152400" cy="1371600"/>
          </a:xfrm>
          <a:prstGeom prst="straightConnector1">
            <a:avLst/>
          </a:prstGeom>
          <a:noFill/>
          <a:ln w="9525">
            <a:solidFill>
              <a:schemeClr val="tx1"/>
            </a:solidFill>
            <a:round/>
            <a:headEnd/>
            <a:tailEnd type="triangle" w="med" len="med"/>
          </a:ln>
          <a:effectLst/>
        </p:spPr>
      </p:cxnSp>
      <p:sp>
        <p:nvSpPr>
          <p:cNvPr id="245932" name="Freeform 172"/>
          <p:cNvSpPr>
            <a:spLocks/>
          </p:cNvSpPr>
          <p:nvPr/>
        </p:nvSpPr>
        <p:spPr bwMode="auto">
          <a:xfrm>
            <a:off x="804863" y="2141538"/>
            <a:ext cx="8026400" cy="3133725"/>
          </a:xfrm>
          <a:custGeom>
            <a:avLst/>
            <a:gdLst/>
            <a:ahLst/>
            <a:cxnLst>
              <a:cxn ang="0">
                <a:pos x="119" y="557"/>
              </a:cxn>
              <a:cxn ang="0">
                <a:pos x="174" y="886"/>
              </a:cxn>
              <a:cxn ang="0">
                <a:pos x="284" y="1106"/>
              </a:cxn>
              <a:cxn ang="0">
                <a:pos x="485" y="1005"/>
              </a:cxn>
              <a:cxn ang="0">
                <a:pos x="549" y="914"/>
              </a:cxn>
              <a:cxn ang="0">
                <a:pos x="650" y="859"/>
              </a:cxn>
              <a:cxn ang="0">
                <a:pos x="778" y="658"/>
              </a:cxn>
              <a:cxn ang="0">
                <a:pos x="896" y="530"/>
              </a:cxn>
              <a:cxn ang="0">
                <a:pos x="1143" y="438"/>
              </a:cxn>
              <a:cxn ang="0">
                <a:pos x="1290" y="758"/>
              </a:cxn>
              <a:cxn ang="0">
                <a:pos x="1354" y="941"/>
              </a:cxn>
              <a:cxn ang="0">
                <a:pos x="1399" y="1097"/>
              </a:cxn>
              <a:cxn ang="0">
                <a:pos x="1500" y="1472"/>
              </a:cxn>
              <a:cxn ang="0">
                <a:pos x="1628" y="1755"/>
              </a:cxn>
              <a:cxn ang="0">
                <a:pos x="1674" y="1792"/>
              </a:cxn>
              <a:cxn ang="0">
                <a:pos x="1747" y="1856"/>
              </a:cxn>
              <a:cxn ang="0">
                <a:pos x="1939" y="1974"/>
              </a:cxn>
              <a:cxn ang="0">
                <a:pos x="2341" y="1746"/>
              </a:cxn>
              <a:cxn ang="0">
                <a:pos x="2451" y="1600"/>
              </a:cxn>
              <a:cxn ang="0">
                <a:pos x="2533" y="1444"/>
              </a:cxn>
              <a:cxn ang="0">
                <a:pos x="2643" y="1289"/>
              </a:cxn>
              <a:cxn ang="0">
                <a:pos x="2807" y="914"/>
              </a:cxn>
              <a:cxn ang="0">
                <a:pos x="2999" y="676"/>
              </a:cxn>
              <a:cxn ang="0">
                <a:pos x="3237" y="448"/>
              </a:cxn>
              <a:cxn ang="0">
                <a:pos x="3356" y="310"/>
              </a:cxn>
              <a:cxn ang="0">
                <a:pos x="3420" y="228"/>
              </a:cxn>
              <a:cxn ang="0">
                <a:pos x="3639" y="146"/>
              </a:cxn>
              <a:cxn ang="0">
                <a:pos x="4014" y="54"/>
              </a:cxn>
              <a:cxn ang="0">
                <a:pos x="4151" y="54"/>
              </a:cxn>
              <a:cxn ang="0">
                <a:pos x="4453" y="91"/>
              </a:cxn>
              <a:cxn ang="0">
                <a:pos x="4563" y="146"/>
              </a:cxn>
              <a:cxn ang="0">
                <a:pos x="4709" y="228"/>
              </a:cxn>
              <a:cxn ang="0">
                <a:pos x="4846" y="301"/>
              </a:cxn>
              <a:cxn ang="0">
                <a:pos x="4956" y="356"/>
              </a:cxn>
            </a:cxnLst>
            <a:rect l="0" t="0" r="r" b="b"/>
            <a:pathLst>
              <a:path w="5056" h="1974">
                <a:moveTo>
                  <a:pt x="0" y="0"/>
                </a:moveTo>
                <a:cubicBezTo>
                  <a:pt x="16" y="191"/>
                  <a:pt x="82" y="370"/>
                  <a:pt x="119" y="557"/>
                </a:cubicBezTo>
                <a:cubicBezTo>
                  <a:pt x="101" y="647"/>
                  <a:pt x="125" y="750"/>
                  <a:pt x="165" y="832"/>
                </a:cubicBezTo>
                <a:cubicBezTo>
                  <a:pt x="168" y="850"/>
                  <a:pt x="172" y="868"/>
                  <a:pt x="174" y="886"/>
                </a:cubicBezTo>
                <a:cubicBezTo>
                  <a:pt x="178" y="938"/>
                  <a:pt x="175" y="991"/>
                  <a:pt x="183" y="1042"/>
                </a:cubicBezTo>
                <a:cubicBezTo>
                  <a:pt x="187" y="1065"/>
                  <a:pt x="257" y="1097"/>
                  <a:pt x="284" y="1106"/>
                </a:cubicBezTo>
                <a:cubicBezTo>
                  <a:pt x="312" y="1101"/>
                  <a:pt x="345" y="1106"/>
                  <a:pt x="366" y="1088"/>
                </a:cubicBezTo>
                <a:cubicBezTo>
                  <a:pt x="469" y="997"/>
                  <a:pt x="345" y="1059"/>
                  <a:pt x="485" y="1005"/>
                </a:cubicBezTo>
                <a:cubicBezTo>
                  <a:pt x="503" y="987"/>
                  <a:pt x="534" y="975"/>
                  <a:pt x="540" y="950"/>
                </a:cubicBezTo>
                <a:cubicBezTo>
                  <a:pt x="543" y="938"/>
                  <a:pt x="541" y="924"/>
                  <a:pt x="549" y="914"/>
                </a:cubicBezTo>
                <a:cubicBezTo>
                  <a:pt x="555" y="907"/>
                  <a:pt x="567" y="909"/>
                  <a:pt x="576" y="905"/>
                </a:cubicBezTo>
                <a:cubicBezTo>
                  <a:pt x="602" y="894"/>
                  <a:pt x="629" y="878"/>
                  <a:pt x="650" y="859"/>
                </a:cubicBezTo>
                <a:cubicBezTo>
                  <a:pt x="695" y="819"/>
                  <a:pt x="719" y="781"/>
                  <a:pt x="759" y="740"/>
                </a:cubicBezTo>
                <a:cubicBezTo>
                  <a:pt x="768" y="713"/>
                  <a:pt x="765" y="683"/>
                  <a:pt x="778" y="658"/>
                </a:cubicBezTo>
                <a:cubicBezTo>
                  <a:pt x="798" y="618"/>
                  <a:pt x="824" y="624"/>
                  <a:pt x="851" y="594"/>
                </a:cubicBezTo>
                <a:cubicBezTo>
                  <a:pt x="868" y="575"/>
                  <a:pt x="881" y="551"/>
                  <a:pt x="896" y="530"/>
                </a:cubicBezTo>
                <a:cubicBezTo>
                  <a:pt x="902" y="521"/>
                  <a:pt x="1002" y="464"/>
                  <a:pt x="1024" y="457"/>
                </a:cubicBezTo>
                <a:cubicBezTo>
                  <a:pt x="1062" y="419"/>
                  <a:pt x="1090" y="431"/>
                  <a:pt x="1143" y="438"/>
                </a:cubicBezTo>
                <a:cubicBezTo>
                  <a:pt x="1193" y="472"/>
                  <a:pt x="1212" y="527"/>
                  <a:pt x="1244" y="576"/>
                </a:cubicBezTo>
                <a:cubicBezTo>
                  <a:pt x="1254" y="638"/>
                  <a:pt x="1269" y="698"/>
                  <a:pt x="1290" y="758"/>
                </a:cubicBezTo>
                <a:cubicBezTo>
                  <a:pt x="1301" y="790"/>
                  <a:pt x="1302" y="816"/>
                  <a:pt x="1326" y="841"/>
                </a:cubicBezTo>
                <a:cubicBezTo>
                  <a:pt x="1333" y="877"/>
                  <a:pt x="1341" y="907"/>
                  <a:pt x="1354" y="941"/>
                </a:cubicBezTo>
                <a:cubicBezTo>
                  <a:pt x="1357" y="969"/>
                  <a:pt x="1355" y="997"/>
                  <a:pt x="1363" y="1024"/>
                </a:cubicBezTo>
                <a:cubicBezTo>
                  <a:pt x="1371" y="1050"/>
                  <a:pt x="1399" y="1097"/>
                  <a:pt x="1399" y="1097"/>
                </a:cubicBezTo>
                <a:cubicBezTo>
                  <a:pt x="1422" y="1214"/>
                  <a:pt x="1453" y="1322"/>
                  <a:pt x="1491" y="1435"/>
                </a:cubicBezTo>
                <a:cubicBezTo>
                  <a:pt x="1495" y="1447"/>
                  <a:pt x="1497" y="1460"/>
                  <a:pt x="1500" y="1472"/>
                </a:cubicBezTo>
                <a:cubicBezTo>
                  <a:pt x="1503" y="1487"/>
                  <a:pt x="1504" y="1502"/>
                  <a:pt x="1509" y="1517"/>
                </a:cubicBezTo>
                <a:cubicBezTo>
                  <a:pt x="1531" y="1583"/>
                  <a:pt x="1583" y="1704"/>
                  <a:pt x="1628" y="1755"/>
                </a:cubicBezTo>
                <a:cubicBezTo>
                  <a:pt x="1635" y="1763"/>
                  <a:pt x="1647" y="1766"/>
                  <a:pt x="1655" y="1773"/>
                </a:cubicBezTo>
                <a:cubicBezTo>
                  <a:pt x="1662" y="1779"/>
                  <a:pt x="1668" y="1785"/>
                  <a:pt x="1674" y="1792"/>
                </a:cubicBezTo>
                <a:cubicBezTo>
                  <a:pt x="1681" y="1800"/>
                  <a:pt x="1684" y="1812"/>
                  <a:pt x="1692" y="1819"/>
                </a:cubicBezTo>
                <a:cubicBezTo>
                  <a:pt x="1709" y="1834"/>
                  <a:pt x="1730" y="1842"/>
                  <a:pt x="1747" y="1856"/>
                </a:cubicBezTo>
                <a:cubicBezTo>
                  <a:pt x="1769" y="1874"/>
                  <a:pt x="1778" y="1905"/>
                  <a:pt x="1802" y="1920"/>
                </a:cubicBezTo>
                <a:cubicBezTo>
                  <a:pt x="1825" y="1934"/>
                  <a:pt x="1913" y="1965"/>
                  <a:pt x="1939" y="1974"/>
                </a:cubicBezTo>
                <a:cubicBezTo>
                  <a:pt x="1991" y="1957"/>
                  <a:pt x="2049" y="1949"/>
                  <a:pt x="2103" y="1938"/>
                </a:cubicBezTo>
                <a:cubicBezTo>
                  <a:pt x="2185" y="1876"/>
                  <a:pt x="2262" y="1813"/>
                  <a:pt x="2341" y="1746"/>
                </a:cubicBezTo>
                <a:cubicBezTo>
                  <a:pt x="2366" y="1725"/>
                  <a:pt x="2376" y="1731"/>
                  <a:pt x="2396" y="1700"/>
                </a:cubicBezTo>
                <a:cubicBezTo>
                  <a:pt x="2417" y="1668"/>
                  <a:pt x="2433" y="1633"/>
                  <a:pt x="2451" y="1600"/>
                </a:cubicBezTo>
                <a:cubicBezTo>
                  <a:pt x="2468" y="1569"/>
                  <a:pt x="2495" y="1542"/>
                  <a:pt x="2506" y="1508"/>
                </a:cubicBezTo>
                <a:cubicBezTo>
                  <a:pt x="2512" y="1490"/>
                  <a:pt x="2521" y="1458"/>
                  <a:pt x="2533" y="1444"/>
                </a:cubicBezTo>
                <a:cubicBezTo>
                  <a:pt x="2552" y="1420"/>
                  <a:pt x="2582" y="1408"/>
                  <a:pt x="2606" y="1389"/>
                </a:cubicBezTo>
                <a:cubicBezTo>
                  <a:pt x="2623" y="1356"/>
                  <a:pt x="2628" y="1322"/>
                  <a:pt x="2643" y="1289"/>
                </a:cubicBezTo>
                <a:cubicBezTo>
                  <a:pt x="2731" y="1089"/>
                  <a:pt x="2700" y="1141"/>
                  <a:pt x="2798" y="1014"/>
                </a:cubicBezTo>
                <a:cubicBezTo>
                  <a:pt x="2801" y="981"/>
                  <a:pt x="2798" y="946"/>
                  <a:pt x="2807" y="914"/>
                </a:cubicBezTo>
                <a:cubicBezTo>
                  <a:pt x="2829" y="836"/>
                  <a:pt x="2925" y="790"/>
                  <a:pt x="2963" y="731"/>
                </a:cubicBezTo>
                <a:cubicBezTo>
                  <a:pt x="2975" y="713"/>
                  <a:pt x="2983" y="691"/>
                  <a:pt x="2999" y="676"/>
                </a:cubicBezTo>
                <a:cubicBezTo>
                  <a:pt x="3020" y="656"/>
                  <a:pt x="3072" y="630"/>
                  <a:pt x="3072" y="630"/>
                </a:cubicBezTo>
                <a:cubicBezTo>
                  <a:pt x="3108" y="562"/>
                  <a:pt x="3167" y="482"/>
                  <a:pt x="3237" y="448"/>
                </a:cubicBezTo>
                <a:cubicBezTo>
                  <a:pt x="3243" y="430"/>
                  <a:pt x="3239" y="404"/>
                  <a:pt x="3255" y="393"/>
                </a:cubicBezTo>
                <a:cubicBezTo>
                  <a:pt x="3291" y="368"/>
                  <a:pt x="3322" y="338"/>
                  <a:pt x="3356" y="310"/>
                </a:cubicBezTo>
                <a:cubicBezTo>
                  <a:pt x="3377" y="246"/>
                  <a:pt x="3345" y="322"/>
                  <a:pt x="3402" y="265"/>
                </a:cubicBezTo>
                <a:cubicBezTo>
                  <a:pt x="3412" y="255"/>
                  <a:pt x="3410" y="237"/>
                  <a:pt x="3420" y="228"/>
                </a:cubicBezTo>
                <a:cubicBezTo>
                  <a:pt x="3431" y="219"/>
                  <a:pt x="3501" y="201"/>
                  <a:pt x="3520" y="192"/>
                </a:cubicBezTo>
                <a:cubicBezTo>
                  <a:pt x="3559" y="174"/>
                  <a:pt x="3604" y="163"/>
                  <a:pt x="3639" y="146"/>
                </a:cubicBezTo>
                <a:cubicBezTo>
                  <a:pt x="3684" y="124"/>
                  <a:pt x="3736" y="82"/>
                  <a:pt x="3786" y="73"/>
                </a:cubicBezTo>
                <a:cubicBezTo>
                  <a:pt x="3861" y="60"/>
                  <a:pt x="3938" y="61"/>
                  <a:pt x="4014" y="54"/>
                </a:cubicBezTo>
                <a:cubicBezTo>
                  <a:pt x="4045" y="57"/>
                  <a:pt x="4075" y="64"/>
                  <a:pt x="4106" y="64"/>
                </a:cubicBezTo>
                <a:cubicBezTo>
                  <a:pt x="4121" y="64"/>
                  <a:pt x="4136" y="54"/>
                  <a:pt x="4151" y="54"/>
                </a:cubicBezTo>
                <a:cubicBezTo>
                  <a:pt x="4167" y="54"/>
                  <a:pt x="4181" y="62"/>
                  <a:pt x="4197" y="64"/>
                </a:cubicBezTo>
                <a:cubicBezTo>
                  <a:pt x="4282" y="74"/>
                  <a:pt x="4368" y="80"/>
                  <a:pt x="4453" y="91"/>
                </a:cubicBezTo>
                <a:cubicBezTo>
                  <a:pt x="4480" y="100"/>
                  <a:pt x="4508" y="109"/>
                  <a:pt x="4535" y="118"/>
                </a:cubicBezTo>
                <a:cubicBezTo>
                  <a:pt x="4548" y="122"/>
                  <a:pt x="4552" y="139"/>
                  <a:pt x="4563" y="146"/>
                </a:cubicBezTo>
                <a:cubicBezTo>
                  <a:pt x="4571" y="151"/>
                  <a:pt x="4581" y="152"/>
                  <a:pt x="4590" y="155"/>
                </a:cubicBezTo>
                <a:cubicBezTo>
                  <a:pt x="4628" y="193"/>
                  <a:pt x="4657" y="211"/>
                  <a:pt x="4709" y="228"/>
                </a:cubicBezTo>
                <a:cubicBezTo>
                  <a:pt x="4745" y="240"/>
                  <a:pt x="4756" y="234"/>
                  <a:pt x="4791" y="256"/>
                </a:cubicBezTo>
                <a:cubicBezTo>
                  <a:pt x="4811" y="269"/>
                  <a:pt x="4826" y="288"/>
                  <a:pt x="4846" y="301"/>
                </a:cubicBezTo>
                <a:cubicBezTo>
                  <a:pt x="4868" y="315"/>
                  <a:pt x="4896" y="316"/>
                  <a:pt x="4919" y="329"/>
                </a:cubicBezTo>
                <a:cubicBezTo>
                  <a:pt x="4932" y="336"/>
                  <a:pt x="4942" y="349"/>
                  <a:pt x="4956" y="356"/>
                </a:cubicBezTo>
                <a:cubicBezTo>
                  <a:pt x="5050" y="403"/>
                  <a:pt x="5034" y="421"/>
                  <a:pt x="5056" y="374"/>
                </a:cubicBezTo>
              </a:path>
            </a:pathLst>
          </a:custGeom>
          <a:noFill/>
          <a:ln w="38100" cap="flat" cmpd="sng">
            <a:solidFill>
              <a:srgbClr val="FF3300"/>
            </a:solidFill>
            <a:prstDash val="solid"/>
            <a:round/>
            <a:headEnd/>
            <a:tailEnd/>
          </a:ln>
          <a:effectLst/>
        </p:spPr>
        <p:txBody>
          <a:bodyPr wrap="none" anchor="ctr">
            <a:prstTxWarp prst="textNoShape">
              <a:avLst/>
            </a:prstTxWarp>
          </a:bodyPr>
          <a:lstStyle/>
          <a:p>
            <a:endParaRPr lang="en-US"/>
          </a:p>
        </p:txBody>
      </p:sp>
      <p:sp>
        <p:nvSpPr>
          <p:cNvPr id="245933" name="Text Box 173"/>
          <p:cNvSpPr txBox="1">
            <a:spLocks noChangeArrowheads="1"/>
          </p:cNvSpPr>
          <p:nvPr/>
        </p:nvSpPr>
        <p:spPr bwMode="auto">
          <a:xfrm>
            <a:off x="5257800" y="5181600"/>
            <a:ext cx="3592513" cy="925513"/>
          </a:xfrm>
          <a:prstGeom prst="rect">
            <a:avLst/>
          </a:prstGeom>
          <a:solidFill>
            <a:srgbClr val="FFFF66"/>
          </a:solidFill>
          <a:ln w="9525">
            <a:solidFill>
              <a:schemeClr val="tx1"/>
            </a:solidFill>
            <a:miter lim="800000"/>
            <a:headEnd/>
            <a:tailEnd/>
          </a:ln>
          <a:effectLst>
            <a:outerShdw blurRad="63500" dist="107763" dir="2700000" algn="ctr" rotWithShape="0">
              <a:schemeClr val="bg2">
                <a:alpha val="50000"/>
              </a:schemeClr>
            </a:outerShdw>
          </a:effectLst>
        </p:spPr>
        <p:txBody>
          <a:bodyPr wrap="none">
            <a:prstTxWarp prst="textNoShape">
              <a:avLst/>
            </a:prstTxWarp>
            <a:spAutoFit/>
          </a:bodyPr>
          <a:lstStyle/>
          <a:p>
            <a:pPr algn="l"/>
            <a:r>
              <a:rPr lang="en-US">
                <a:latin typeface="Comic Sans MS" charset="0"/>
              </a:rPr>
              <a:t>Doesn’t help.</a:t>
            </a:r>
          </a:p>
          <a:p>
            <a:pPr algn="l"/>
            <a:r>
              <a:rPr lang="en-US">
                <a:latin typeface="Comic Sans MS" charset="0"/>
              </a:rPr>
              <a:t>because activity E cannot start </a:t>
            </a:r>
          </a:p>
          <a:p>
            <a:pPr algn="l"/>
            <a:r>
              <a:rPr lang="en-US">
                <a:latin typeface="Comic Sans MS" charset="0"/>
              </a:rPr>
              <a:t>until both B and C  finish</a:t>
            </a:r>
          </a:p>
        </p:txBody>
      </p:sp>
      <p:sp>
        <p:nvSpPr>
          <p:cNvPr id="245934" name="Freeform 174"/>
          <p:cNvSpPr>
            <a:spLocks/>
          </p:cNvSpPr>
          <p:nvPr/>
        </p:nvSpPr>
        <p:spPr bwMode="auto">
          <a:xfrm>
            <a:off x="1524000" y="3787775"/>
            <a:ext cx="1712913" cy="900113"/>
          </a:xfrm>
          <a:custGeom>
            <a:avLst/>
            <a:gdLst/>
            <a:ahLst/>
            <a:cxnLst>
              <a:cxn ang="0">
                <a:pos x="0" y="0"/>
              </a:cxn>
              <a:cxn ang="0">
                <a:pos x="55" y="19"/>
              </a:cxn>
              <a:cxn ang="0">
                <a:pos x="293" y="238"/>
              </a:cxn>
              <a:cxn ang="0">
                <a:pos x="384" y="348"/>
              </a:cxn>
              <a:cxn ang="0">
                <a:pos x="640" y="494"/>
              </a:cxn>
              <a:cxn ang="0">
                <a:pos x="786" y="512"/>
              </a:cxn>
              <a:cxn ang="0">
                <a:pos x="951" y="549"/>
              </a:cxn>
              <a:cxn ang="0">
                <a:pos x="1079" y="567"/>
              </a:cxn>
            </a:cxnLst>
            <a:rect l="0" t="0" r="r" b="b"/>
            <a:pathLst>
              <a:path w="1079" h="567">
                <a:moveTo>
                  <a:pt x="0" y="0"/>
                </a:moveTo>
                <a:cubicBezTo>
                  <a:pt x="18" y="6"/>
                  <a:pt x="39" y="8"/>
                  <a:pt x="55" y="19"/>
                </a:cubicBezTo>
                <a:cubicBezTo>
                  <a:pt x="145" y="78"/>
                  <a:pt x="195" y="190"/>
                  <a:pt x="293" y="238"/>
                </a:cubicBezTo>
                <a:cubicBezTo>
                  <a:pt x="328" y="274"/>
                  <a:pt x="345" y="317"/>
                  <a:pt x="384" y="348"/>
                </a:cubicBezTo>
                <a:cubicBezTo>
                  <a:pt x="441" y="394"/>
                  <a:pt x="567" y="480"/>
                  <a:pt x="640" y="494"/>
                </a:cubicBezTo>
                <a:cubicBezTo>
                  <a:pt x="688" y="503"/>
                  <a:pt x="738" y="504"/>
                  <a:pt x="786" y="512"/>
                </a:cubicBezTo>
                <a:cubicBezTo>
                  <a:pt x="1020" y="548"/>
                  <a:pt x="754" y="514"/>
                  <a:pt x="951" y="549"/>
                </a:cubicBezTo>
                <a:cubicBezTo>
                  <a:pt x="993" y="557"/>
                  <a:pt x="1079" y="567"/>
                  <a:pt x="1079" y="567"/>
                </a:cubicBezTo>
              </a:path>
            </a:pathLst>
          </a:custGeom>
          <a:noFill/>
          <a:ln w="38100" cap="flat" cmpd="sng">
            <a:solidFill>
              <a:srgbClr val="FF3300"/>
            </a:solidFill>
            <a:prstDash val="solid"/>
            <a:round/>
            <a:headEnd/>
            <a:tailEnd/>
          </a:ln>
          <a:effectLst/>
        </p:spPr>
        <p:txBody>
          <a:bodyPr wrap="none" anchor="ctr">
            <a:prstTxWarp prst="textNoShape">
              <a:avLst/>
            </a:prstTxWarp>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3000" tmFilter="0, 0; .2, .5; .8, .5; 1, 0"/>
                                        <p:tgtEl>
                                          <p:spTgt spid="245826"/>
                                        </p:tgtEl>
                                      </p:cBhvr>
                                    </p:animEffect>
                                    <p:animScale>
                                      <p:cBhvr>
                                        <p:cTn id="7" dur="1500" autoRev="1" fill="hold"/>
                                        <p:tgtEl>
                                          <p:spTgt spid="24582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Date Placeholder 2"/>
          <p:cNvSpPr>
            <a:spLocks noGrp="1"/>
          </p:cNvSpPr>
          <p:nvPr>
            <p:ph type="dt" sz="half" idx="10"/>
          </p:nvPr>
        </p:nvSpPr>
        <p:spPr/>
        <p:txBody>
          <a:bodyPr/>
          <a:lstStyle/>
          <a:p>
            <a:fld id="{6BBDAE87-2159-624E-9975-A6263BBD781F}" type="datetime1">
              <a:rPr lang="en-US" smtClean="0"/>
              <a:pPr/>
              <a:t>4/21/25</a:t>
            </a:fld>
            <a:endParaRPr lang="en-US"/>
          </a:p>
        </p:txBody>
      </p:sp>
      <p:sp>
        <p:nvSpPr>
          <p:cNvPr id="175" name="Slide Number Placeholder 4"/>
          <p:cNvSpPr>
            <a:spLocks noGrp="1"/>
          </p:cNvSpPr>
          <p:nvPr>
            <p:ph type="sldNum" sz="quarter" idx="12"/>
          </p:nvPr>
        </p:nvSpPr>
        <p:spPr/>
        <p:txBody>
          <a:bodyPr/>
          <a:lstStyle/>
          <a:p>
            <a:endParaRPr lang="en-US"/>
          </a:p>
          <a:p>
            <a:fld id="{C88CA367-9CAF-0A42-B716-AE16106256E8}" type="slidenum">
              <a:rPr lang="en-US"/>
              <a:pPr/>
              <a:t>32</a:t>
            </a:fld>
            <a:endParaRPr lang="en-US"/>
          </a:p>
        </p:txBody>
      </p:sp>
      <p:sp>
        <p:nvSpPr>
          <p:cNvPr id="210946" name="Rectangle 2"/>
          <p:cNvSpPr>
            <a:spLocks noGrp="1" noChangeArrowheads="1"/>
          </p:cNvSpPr>
          <p:nvPr>
            <p:ph type="title"/>
          </p:nvPr>
        </p:nvSpPr>
        <p:spPr/>
        <p:txBody>
          <a:bodyPr/>
          <a:lstStyle/>
          <a:p>
            <a:r>
              <a:rPr lang="en-US"/>
              <a:t>Let Us Crash E</a:t>
            </a:r>
          </a:p>
        </p:txBody>
      </p:sp>
      <p:graphicFrame>
        <p:nvGraphicFramePr>
          <p:cNvPr id="211120" name="Group 176"/>
          <p:cNvGraphicFramePr>
            <a:graphicFrameLocks noGrp="1"/>
          </p:cNvGraphicFramePr>
          <p:nvPr/>
        </p:nvGraphicFramePr>
        <p:xfrm>
          <a:off x="304800" y="2362200"/>
          <a:ext cx="914400" cy="1097280"/>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2571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4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59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68" name="Group 224"/>
          <p:cNvGraphicFramePr>
            <a:graphicFrameLocks noGrp="1"/>
          </p:cNvGraphicFramePr>
          <p:nvPr/>
        </p:nvGraphicFramePr>
        <p:xfrm>
          <a:off x="381000" y="3886200"/>
          <a:ext cx="838200" cy="1097280"/>
        </p:xfrm>
        <a:graphic>
          <a:graphicData uri="http://schemas.openxmlformats.org/drawingml/2006/table">
            <a:tbl>
              <a:tblPr/>
              <a:tblGrid>
                <a:gridCol w="419100">
                  <a:extLst>
                    <a:ext uri="{9D8B030D-6E8A-4147-A177-3AD203B41FA5}">
                      <a16:colId xmlns:a16="http://schemas.microsoft.com/office/drawing/2014/main" val="20000"/>
                    </a:ext>
                  </a:extLst>
                </a:gridCol>
                <a:gridCol w="419100">
                  <a:extLst>
                    <a:ext uri="{9D8B030D-6E8A-4147-A177-3AD203B41FA5}">
                      <a16:colId xmlns:a16="http://schemas.microsoft.com/office/drawing/2014/main" val="20001"/>
                    </a:ext>
                  </a:extLst>
                </a:gridCol>
              </a:tblGrid>
              <a:tr h="1651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7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accent2"/>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0">
                      <a:fgClr>
                        <a:schemeClr val="accent1"/>
                      </a:fgClr>
                      <a:bgClr>
                        <a:srgbClr val="FFFFCC"/>
                      </a:bgClr>
                    </a:patt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accent2"/>
                          </a:solidFill>
                          <a:effectLst/>
                          <a:latin typeface="Comic Sans MS"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0">
                      <a:fgClr>
                        <a:schemeClr val="accent1"/>
                      </a:fgClr>
                      <a:bgClr>
                        <a:srgbClr val="FFFFCC"/>
                      </a:bgClr>
                    </a:pattFill>
                  </a:tcPr>
                </a:tc>
                <a:extLst>
                  <a:ext uri="{0D108BD9-81ED-4DB2-BD59-A6C34878D82A}">
                    <a16:rowId xmlns:a16="http://schemas.microsoft.com/office/drawing/2014/main" val="10001"/>
                  </a:ext>
                </a:extLst>
              </a:tr>
              <a:tr h="1651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31" name="Group 187"/>
          <p:cNvGraphicFramePr>
            <a:graphicFrameLocks noGrp="1"/>
          </p:cNvGraphicFramePr>
          <p:nvPr/>
        </p:nvGraphicFramePr>
        <p:xfrm>
          <a:off x="1981200" y="4495800"/>
          <a:ext cx="762000" cy="1097280"/>
        </p:xfrm>
        <a:graphic>
          <a:graphicData uri="http://schemas.openxmlformats.org/drawingml/2006/table">
            <a:tbl>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tblGrid>
              <a:tr h="274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27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69" name="Group 225"/>
          <p:cNvGraphicFramePr>
            <a:graphicFrameLocks noGrp="1"/>
          </p:cNvGraphicFramePr>
          <p:nvPr/>
        </p:nvGraphicFramePr>
        <p:xfrm>
          <a:off x="1752600" y="2819400"/>
          <a:ext cx="838200" cy="1097280"/>
        </p:xfrm>
        <a:graphic>
          <a:graphicData uri="http://schemas.openxmlformats.org/drawingml/2006/table">
            <a:tbl>
              <a:tblPr/>
              <a:tblGrid>
                <a:gridCol w="419100">
                  <a:extLst>
                    <a:ext uri="{9D8B030D-6E8A-4147-A177-3AD203B41FA5}">
                      <a16:colId xmlns:a16="http://schemas.microsoft.com/office/drawing/2014/main" val="20000"/>
                    </a:ext>
                  </a:extLst>
                </a:gridCol>
                <a:gridCol w="419100">
                  <a:extLst>
                    <a:ext uri="{9D8B030D-6E8A-4147-A177-3AD203B41FA5}">
                      <a16:colId xmlns:a16="http://schemas.microsoft.com/office/drawing/2014/main" val="20001"/>
                    </a:ext>
                  </a:extLst>
                </a:gridCol>
              </a:tblGrid>
              <a:tr h="2301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6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accent2"/>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0">
                      <a:fgClr>
                        <a:schemeClr val="accent1"/>
                      </a:fgClr>
                      <a:bgClr>
                        <a:srgbClr val="FFFFCC"/>
                      </a:bgClr>
                    </a:patt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accent2"/>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0">
                      <a:fgClr>
                        <a:schemeClr val="accent1"/>
                      </a:fgClr>
                      <a:bgClr>
                        <a:srgbClr val="FFFFCC"/>
                      </a:bgClr>
                    </a:pattFill>
                  </a:tcPr>
                </a:tc>
                <a:extLst>
                  <a:ext uri="{0D108BD9-81ED-4DB2-BD59-A6C34878D82A}">
                    <a16:rowId xmlns:a16="http://schemas.microsoft.com/office/drawing/2014/main" val="10001"/>
                  </a:ext>
                </a:extLst>
              </a:tr>
              <a:tr h="2301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70" name="Group 226"/>
          <p:cNvGraphicFramePr>
            <a:graphicFrameLocks noGrp="1"/>
          </p:cNvGraphicFramePr>
          <p:nvPr/>
        </p:nvGraphicFramePr>
        <p:xfrm>
          <a:off x="3352800" y="5181600"/>
          <a:ext cx="914400" cy="1097280"/>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3397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19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accent2"/>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0">
                      <a:fgClr>
                        <a:schemeClr val="accent1"/>
                      </a:fgClr>
                      <a:bgClr>
                        <a:srgbClr val="FFFFCC"/>
                      </a:bgClr>
                    </a:patt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accent2"/>
                          </a:solidFill>
                          <a:effectLst/>
                          <a:latin typeface="Comic Sans MS"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0">
                      <a:fgClr>
                        <a:schemeClr val="accent1"/>
                      </a:fgClr>
                      <a:bgClr>
                        <a:srgbClr val="FFFFCC"/>
                      </a:bgClr>
                    </a:pattFill>
                  </a:tcPr>
                </a:tc>
                <a:extLst>
                  <a:ext uri="{0D108BD9-81ED-4DB2-BD59-A6C34878D82A}">
                    <a16:rowId xmlns:a16="http://schemas.microsoft.com/office/drawing/2014/main" val="10001"/>
                  </a:ext>
                </a:extLst>
              </a:tr>
              <a:tr h="2159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53" name="Group 209"/>
          <p:cNvGraphicFramePr>
            <a:graphicFrameLocks noGrp="1"/>
          </p:cNvGraphicFramePr>
          <p:nvPr/>
        </p:nvGraphicFramePr>
        <p:xfrm>
          <a:off x="3352800" y="3886200"/>
          <a:ext cx="914400" cy="1097280"/>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2301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6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01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55" name="Group 211"/>
          <p:cNvGraphicFramePr>
            <a:graphicFrameLocks noGrp="1"/>
          </p:cNvGraphicFramePr>
          <p:nvPr/>
        </p:nvGraphicFramePr>
        <p:xfrm>
          <a:off x="3276600" y="2514600"/>
          <a:ext cx="990600" cy="109728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tblGrid>
              <a:tr h="24765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05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765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71" name="Group 227"/>
          <p:cNvGraphicFramePr>
            <a:graphicFrameLocks noGrp="1"/>
          </p:cNvGraphicFramePr>
          <p:nvPr/>
        </p:nvGraphicFramePr>
        <p:xfrm>
          <a:off x="5029200" y="3429000"/>
          <a:ext cx="914400" cy="1097280"/>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3127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97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accent2"/>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0">
                      <a:fgClr>
                        <a:schemeClr val="accent1"/>
                      </a:fgClr>
                      <a:bgClr>
                        <a:srgbClr val="FFFFCC"/>
                      </a:bgClr>
                    </a:patt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0" u="none" strike="noStrike" cap="none" normalizeH="0" baseline="0">
                          <a:ln>
                            <a:noFill/>
                          </a:ln>
                          <a:solidFill>
                            <a:schemeClr val="accent2"/>
                          </a:solidFill>
                          <a:effectLst/>
                          <a:latin typeface="Comic Sans MS"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pct20">
                      <a:fgClr>
                        <a:schemeClr val="accent1"/>
                      </a:fgClr>
                      <a:bgClr>
                        <a:srgbClr val="FFFFCC"/>
                      </a:bgClr>
                    </a:pattFill>
                  </a:tcPr>
                </a:tc>
                <a:extLst>
                  <a:ext uri="{0D108BD9-81ED-4DB2-BD59-A6C34878D82A}">
                    <a16:rowId xmlns:a16="http://schemas.microsoft.com/office/drawing/2014/main" val="10001"/>
                  </a:ext>
                </a:extLst>
              </a:tr>
              <a:tr h="3127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61" name="Group 217"/>
          <p:cNvGraphicFramePr>
            <a:graphicFrameLocks noGrp="1"/>
          </p:cNvGraphicFramePr>
          <p:nvPr/>
        </p:nvGraphicFramePr>
        <p:xfrm>
          <a:off x="6324600" y="4038600"/>
          <a:ext cx="1066800" cy="109728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tblGrid>
              <a:tr h="3127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97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27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59" name="Group 215"/>
          <p:cNvGraphicFramePr>
            <a:graphicFrameLocks noGrp="1"/>
          </p:cNvGraphicFramePr>
          <p:nvPr/>
        </p:nvGraphicFramePr>
        <p:xfrm>
          <a:off x="6248400" y="2438400"/>
          <a:ext cx="990600" cy="109728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tblGrid>
              <a:tr h="3127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97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27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18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1145" name="Group 201"/>
          <p:cNvGraphicFramePr>
            <a:graphicFrameLocks noGrp="1"/>
          </p:cNvGraphicFramePr>
          <p:nvPr/>
        </p:nvGraphicFramePr>
        <p:xfrm>
          <a:off x="7772400" y="2667000"/>
          <a:ext cx="1143000" cy="1159193"/>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tblGrid>
              <a:tr h="2778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7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8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11101" name="AutoShape 157"/>
          <p:cNvCxnSpPr>
            <a:cxnSpLocks noChangeShapeType="1"/>
            <a:stCxn id="0" idx="1"/>
            <a:endCxn id="0" idx="0"/>
          </p:cNvCxnSpPr>
          <p:nvPr/>
        </p:nvCxnSpPr>
        <p:spPr bwMode="auto">
          <a:xfrm>
            <a:off x="762000" y="3455988"/>
            <a:ext cx="38100" cy="430212"/>
          </a:xfrm>
          <a:prstGeom prst="straightConnector1">
            <a:avLst/>
          </a:prstGeom>
          <a:noFill/>
          <a:ln w="9525">
            <a:solidFill>
              <a:schemeClr val="tx1"/>
            </a:solidFill>
            <a:round/>
            <a:headEnd/>
            <a:tailEnd type="triangle" w="med" len="med"/>
          </a:ln>
          <a:effectLst/>
        </p:spPr>
      </p:cxnSp>
      <p:cxnSp>
        <p:nvCxnSpPr>
          <p:cNvPr id="211102" name="AutoShape 158"/>
          <p:cNvCxnSpPr>
            <a:cxnSpLocks noChangeShapeType="1"/>
            <a:stCxn id="0" idx="3"/>
            <a:endCxn id="0" idx="0"/>
          </p:cNvCxnSpPr>
          <p:nvPr/>
        </p:nvCxnSpPr>
        <p:spPr bwMode="auto">
          <a:xfrm flipV="1">
            <a:off x="1219200" y="3898900"/>
            <a:ext cx="533400" cy="534988"/>
          </a:xfrm>
          <a:prstGeom prst="straightConnector1">
            <a:avLst/>
          </a:prstGeom>
          <a:noFill/>
          <a:ln w="9525">
            <a:solidFill>
              <a:schemeClr val="tx1"/>
            </a:solidFill>
            <a:round/>
            <a:headEnd/>
            <a:tailEnd type="triangle" w="med" len="med"/>
          </a:ln>
          <a:effectLst/>
        </p:spPr>
      </p:cxnSp>
      <p:cxnSp>
        <p:nvCxnSpPr>
          <p:cNvPr id="211103" name="AutoShape 159"/>
          <p:cNvCxnSpPr>
            <a:cxnSpLocks noChangeShapeType="1"/>
            <a:stCxn id="0" idx="3"/>
            <a:endCxn id="0" idx="0"/>
          </p:cNvCxnSpPr>
          <p:nvPr/>
        </p:nvCxnSpPr>
        <p:spPr bwMode="auto">
          <a:xfrm>
            <a:off x="1219200" y="4433888"/>
            <a:ext cx="762000" cy="47625"/>
          </a:xfrm>
          <a:prstGeom prst="straightConnector1">
            <a:avLst/>
          </a:prstGeom>
          <a:noFill/>
          <a:ln w="9525">
            <a:solidFill>
              <a:schemeClr val="tx1"/>
            </a:solidFill>
            <a:round/>
            <a:headEnd/>
            <a:tailEnd type="triangle" w="med" len="med"/>
          </a:ln>
          <a:effectLst/>
        </p:spPr>
      </p:cxnSp>
      <p:cxnSp>
        <p:nvCxnSpPr>
          <p:cNvPr id="211104" name="AutoShape 160"/>
          <p:cNvCxnSpPr>
            <a:cxnSpLocks noChangeShapeType="1"/>
            <a:stCxn id="0" idx="3"/>
            <a:endCxn id="0" idx="1"/>
          </p:cNvCxnSpPr>
          <p:nvPr/>
        </p:nvCxnSpPr>
        <p:spPr bwMode="auto">
          <a:xfrm flipV="1">
            <a:off x="2590800" y="3062288"/>
            <a:ext cx="685800" cy="304800"/>
          </a:xfrm>
          <a:prstGeom prst="straightConnector1">
            <a:avLst/>
          </a:prstGeom>
          <a:noFill/>
          <a:ln w="9525">
            <a:solidFill>
              <a:schemeClr val="tx1"/>
            </a:solidFill>
            <a:round/>
            <a:headEnd/>
            <a:tailEnd type="triangle" w="med" len="med"/>
          </a:ln>
          <a:effectLst/>
        </p:spPr>
      </p:cxnSp>
      <p:cxnSp>
        <p:nvCxnSpPr>
          <p:cNvPr id="211105" name="AutoShape 161"/>
          <p:cNvCxnSpPr>
            <a:cxnSpLocks noChangeShapeType="1"/>
            <a:stCxn id="0" idx="3"/>
            <a:endCxn id="0" idx="1"/>
          </p:cNvCxnSpPr>
          <p:nvPr/>
        </p:nvCxnSpPr>
        <p:spPr bwMode="auto">
          <a:xfrm>
            <a:off x="2590800" y="3367088"/>
            <a:ext cx="762000" cy="1066800"/>
          </a:xfrm>
          <a:prstGeom prst="straightConnector1">
            <a:avLst/>
          </a:prstGeom>
          <a:noFill/>
          <a:ln w="9525">
            <a:solidFill>
              <a:schemeClr val="tx1"/>
            </a:solidFill>
            <a:round/>
            <a:headEnd/>
            <a:tailEnd type="triangle" w="med" len="med"/>
          </a:ln>
          <a:effectLst/>
        </p:spPr>
      </p:cxnSp>
      <p:cxnSp>
        <p:nvCxnSpPr>
          <p:cNvPr id="211106" name="AutoShape 162"/>
          <p:cNvCxnSpPr>
            <a:cxnSpLocks noChangeShapeType="1"/>
            <a:stCxn id="0" idx="3"/>
            <a:endCxn id="0" idx="0"/>
          </p:cNvCxnSpPr>
          <p:nvPr/>
        </p:nvCxnSpPr>
        <p:spPr bwMode="auto">
          <a:xfrm>
            <a:off x="2590800" y="3367088"/>
            <a:ext cx="762000" cy="1800225"/>
          </a:xfrm>
          <a:prstGeom prst="straightConnector1">
            <a:avLst/>
          </a:prstGeom>
          <a:noFill/>
          <a:ln w="9525">
            <a:solidFill>
              <a:schemeClr val="tx1"/>
            </a:solidFill>
            <a:round/>
            <a:headEnd/>
            <a:tailEnd type="triangle" w="med" len="med"/>
          </a:ln>
          <a:effectLst/>
        </p:spPr>
      </p:cxnSp>
      <p:cxnSp>
        <p:nvCxnSpPr>
          <p:cNvPr id="211107" name="AutoShape 163"/>
          <p:cNvCxnSpPr>
            <a:cxnSpLocks noChangeShapeType="1"/>
            <a:stCxn id="0" idx="3"/>
            <a:endCxn id="0" idx="1"/>
          </p:cNvCxnSpPr>
          <p:nvPr/>
        </p:nvCxnSpPr>
        <p:spPr bwMode="auto">
          <a:xfrm>
            <a:off x="2743200" y="5043488"/>
            <a:ext cx="609600" cy="685800"/>
          </a:xfrm>
          <a:prstGeom prst="straightConnector1">
            <a:avLst/>
          </a:prstGeom>
          <a:noFill/>
          <a:ln w="9525">
            <a:solidFill>
              <a:schemeClr val="tx1"/>
            </a:solidFill>
            <a:round/>
            <a:headEnd/>
            <a:tailEnd type="triangle" w="med" len="med"/>
          </a:ln>
          <a:effectLst/>
        </p:spPr>
      </p:cxnSp>
      <p:cxnSp>
        <p:nvCxnSpPr>
          <p:cNvPr id="211108" name="AutoShape 164"/>
          <p:cNvCxnSpPr>
            <a:cxnSpLocks noChangeShapeType="1"/>
            <a:stCxn id="0" idx="3"/>
            <a:endCxn id="0" idx="1"/>
          </p:cNvCxnSpPr>
          <p:nvPr/>
        </p:nvCxnSpPr>
        <p:spPr bwMode="auto">
          <a:xfrm flipV="1">
            <a:off x="4267200" y="2986088"/>
            <a:ext cx="1981200" cy="76200"/>
          </a:xfrm>
          <a:prstGeom prst="straightConnector1">
            <a:avLst/>
          </a:prstGeom>
          <a:noFill/>
          <a:ln w="9525">
            <a:solidFill>
              <a:schemeClr val="tx1"/>
            </a:solidFill>
            <a:round/>
            <a:headEnd/>
            <a:tailEnd type="triangle" w="med" len="med"/>
          </a:ln>
          <a:effectLst/>
        </p:spPr>
      </p:cxnSp>
      <p:cxnSp>
        <p:nvCxnSpPr>
          <p:cNvPr id="211109" name="AutoShape 165"/>
          <p:cNvCxnSpPr>
            <a:cxnSpLocks noChangeShapeType="1"/>
            <a:stCxn id="0" idx="3"/>
            <a:endCxn id="0" idx="1"/>
          </p:cNvCxnSpPr>
          <p:nvPr/>
        </p:nvCxnSpPr>
        <p:spPr bwMode="auto">
          <a:xfrm flipV="1">
            <a:off x="4267200" y="3976688"/>
            <a:ext cx="762000" cy="457200"/>
          </a:xfrm>
          <a:prstGeom prst="straightConnector1">
            <a:avLst/>
          </a:prstGeom>
          <a:noFill/>
          <a:ln w="9525">
            <a:solidFill>
              <a:schemeClr val="tx1"/>
            </a:solidFill>
            <a:round/>
            <a:headEnd/>
            <a:tailEnd type="triangle" w="med" len="med"/>
          </a:ln>
          <a:effectLst/>
        </p:spPr>
      </p:cxnSp>
      <p:cxnSp>
        <p:nvCxnSpPr>
          <p:cNvPr id="211110" name="AutoShape 166"/>
          <p:cNvCxnSpPr>
            <a:cxnSpLocks noChangeShapeType="1"/>
            <a:stCxn id="0" idx="3"/>
            <a:endCxn id="0" idx="1"/>
          </p:cNvCxnSpPr>
          <p:nvPr/>
        </p:nvCxnSpPr>
        <p:spPr bwMode="auto">
          <a:xfrm flipV="1">
            <a:off x="4267200" y="3976688"/>
            <a:ext cx="762000" cy="1752600"/>
          </a:xfrm>
          <a:prstGeom prst="straightConnector1">
            <a:avLst/>
          </a:prstGeom>
          <a:noFill/>
          <a:ln w="9525">
            <a:solidFill>
              <a:schemeClr val="tx1"/>
            </a:solidFill>
            <a:round/>
            <a:headEnd/>
            <a:tailEnd type="triangle" w="med" len="med"/>
          </a:ln>
          <a:effectLst/>
        </p:spPr>
      </p:cxnSp>
      <p:cxnSp>
        <p:nvCxnSpPr>
          <p:cNvPr id="211111" name="AutoShape 167"/>
          <p:cNvCxnSpPr>
            <a:cxnSpLocks noChangeShapeType="1"/>
            <a:stCxn id="0" idx="3"/>
            <a:endCxn id="0" idx="1"/>
          </p:cNvCxnSpPr>
          <p:nvPr/>
        </p:nvCxnSpPr>
        <p:spPr bwMode="auto">
          <a:xfrm flipV="1">
            <a:off x="5943600" y="2986088"/>
            <a:ext cx="304800" cy="990600"/>
          </a:xfrm>
          <a:prstGeom prst="straightConnector1">
            <a:avLst/>
          </a:prstGeom>
          <a:noFill/>
          <a:ln w="9525">
            <a:solidFill>
              <a:schemeClr val="tx1"/>
            </a:solidFill>
            <a:round/>
            <a:headEnd/>
            <a:tailEnd type="triangle" w="med" len="med"/>
          </a:ln>
          <a:effectLst/>
        </p:spPr>
      </p:cxnSp>
      <p:cxnSp>
        <p:nvCxnSpPr>
          <p:cNvPr id="211112" name="AutoShape 168"/>
          <p:cNvCxnSpPr>
            <a:cxnSpLocks noChangeShapeType="1"/>
            <a:stCxn id="0" idx="3"/>
            <a:endCxn id="0" idx="1"/>
          </p:cNvCxnSpPr>
          <p:nvPr/>
        </p:nvCxnSpPr>
        <p:spPr bwMode="auto">
          <a:xfrm>
            <a:off x="5943600" y="3976688"/>
            <a:ext cx="381000" cy="609600"/>
          </a:xfrm>
          <a:prstGeom prst="straightConnector1">
            <a:avLst/>
          </a:prstGeom>
          <a:noFill/>
          <a:ln w="9525">
            <a:solidFill>
              <a:schemeClr val="tx1"/>
            </a:solidFill>
            <a:round/>
            <a:headEnd/>
            <a:tailEnd type="triangle" w="med" len="med"/>
          </a:ln>
          <a:effectLst/>
        </p:spPr>
      </p:cxnSp>
      <p:cxnSp>
        <p:nvCxnSpPr>
          <p:cNvPr id="211113" name="AutoShape 169"/>
          <p:cNvCxnSpPr>
            <a:cxnSpLocks noChangeShapeType="1"/>
            <a:stCxn id="0" idx="3"/>
            <a:endCxn id="0" idx="1"/>
          </p:cNvCxnSpPr>
          <p:nvPr/>
        </p:nvCxnSpPr>
        <p:spPr bwMode="auto">
          <a:xfrm>
            <a:off x="7239000" y="2986088"/>
            <a:ext cx="533400" cy="260350"/>
          </a:xfrm>
          <a:prstGeom prst="straightConnector1">
            <a:avLst/>
          </a:prstGeom>
          <a:noFill/>
          <a:ln w="9525">
            <a:solidFill>
              <a:schemeClr val="tx1"/>
            </a:solidFill>
            <a:round/>
            <a:headEnd/>
            <a:tailEnd type="triangle" w="med" len="med"/>
          </a:ln>
          <a:effectLst/>
        </p:spPr>
      </p:cxnSp>
      <p:cxnSp>
        <p:nvCxnSpPr>
          <p:cNvPr id="211114" name="AutoShape 170"/>
          <p:cNvCxnSpPr>
            <a:cxnSpLocks noChangeShapeType="1"/>
            <a:stCxn id="0" idx="3"/>
            <a:endCxn id="0" idx="1"/>
          </p:cNvCxnSpPr>
          <p:nvPr/>
        </p:nvCxnSpPr>
        <p:spPr bwMode="auto">
          <a:xfrm flipV="1">
            <a:off x="7391400" y="3246438"/>
            <a:ext cx="381000" cy="1339850"/>
          </a:xfrm>
          <a:prstGeom prst="straightConnector1">
            <a:avLst/>
          </a:prstGeom>
          <a:noFill/>
          <a:ln w="9525">
            <a:solidFill>
              <a:schemeClr val="tx1"/>
            </a:solidFill>
            <a:round/>
            <a:headEnd/>
            <a:tailEnd type="triangle" w="med" len="med"/>
          </a:ln>
          <a:effectLst/>
        </p:spPr>
      </p:cxnSp>
      <p:sp>
        <p:nvSpPr>
          <p:cNvPr id="211146" name="Text Box 202"/>
          <p:cNvSpPr txBox="1">
            <a:spLocks noChangeArrowheads="1"/>
          </p:cNvSpPr>
          <p:nvPr/>
        </p:nvSpPr>
        <p:spPr bwMode="auto">
          <a:xfrm>
            <a:off x="128588" y="1295400"/>
            <a:ext cx="6838950" cy="457200"/>
          </a:xfrm>
          <a:prstGeom prst="rect">
            <a:avLst/>
          </a:prstGeom>
          <a:solidFill>
            <a:srgbClr val="FFFFCC"/>
          </a:solidFill>
          <a:ln w="9525">
            <a:noFill/>
            <a:miter lim="800000"/>
            <a:headEnd/>
            <a:tailEnd/>
          </a:ln>
          <a:effectLst/>
        </p:spPr>
        <p:txBody>
          <a:bodyPr wrap="none">
            <a:prstTxWarp prst="textNoShape">
              <a:avLst/>
            </a:prstTxWarp>
            <a:spAutoFit/>
          </a:bodyPr>
          <a:lstStyle/>
          <a:p>
            <a:pPr algn="l">
              <a:spcBef>
                <a:spcPct val="20000"/>
              </a:spcBef>
              <a:buFontTx/>
              <a:buChar char="•"/>
            </a:pPr>
            <a:r>
              <a:rPr lang="en-US" sz="2400">
                <a:latin typeface="Comic Sans MS" charset="0"/>
              </a:rPr>
              <a:t>The following is the network </a:t>
            </a:r>
            <a:r>
              <a:rPr lang="en-US" sz="2400" u="sng">
                <a:latin typeface="Comic Sans MS" charset="0"/>
              </a:rPr>
              <a:t>after</a:t>
            </a:r>
            <a:r>
              <a:rPr lang="en-US" sz="2400">
                <a:latin typeface="Comic Sans MS" charset="0"/>
              </a:rPr>
              <a:t> crashing E.</a:t>
            </a:r>
            <a:endParaRPr lang="en-US"/>
          </a:p>
        </p:txBody>
      </p:sp>
      <p:sp>
        <p:nvSpPr>
          <p:cNvPr id="211162" name="Rectangle 218"/>
          <p:cNvSpPr>
            <a:spLocks noChangeArrowheads="1"/>
          </p:cNvSpPr>
          <p:nvPr/>
        </p:nvSpPr>
        <p:spPr bwMode="auto">
          <a:xfrm>
            <a:off x="4572000" y="5257800"/>
            <a:ext cx="4572000" cy="1004888"/>
          </a:xfrm>
          <a:prstGeom prst="rect">
            <a:avLst/>
          </a:prstGeom>
          <a:noFill/>
          <a:ln w="9525">
            <a:noFill/>
            <a:miter lim="800000"/>
            <a:headEnd/>
            <a:tailEnd/>
          </a:ln>
          <a:effectLst/>
        </p:spPr>
        <p:txBody>
          <a:bodyPr>
            <a:prstTxWarp prst="textNoShape">
              <a:avLst/>
            </a:prstTxWarp>
            <a:spAutoFit/>
          </a:bodyPr>
          <a:lstStyle/>
          <a:p>
            <a:pPr>
              <a:spcBef>
                <a:spcPct val="50000"/>
              </a:spcBef>
              <a:buFontTx/>
              <a:buChar char="•"/>
            </a:pPr>
            <a:r>
              <a:rPr lang="en-US" sz="2400">
                <a:latin typeface="Comic Sans MS" charset="0"/>
              </a:rPr>
              <a:t>New critical paths: </a:t>
            </a:r>
          </a:p>
          <a:p>
            <a:pPr>
              <a:spcBef>
                <a:spcPct val="50000"/>
              </a:spcBef>
            </a:pPr>
            <a:r>
              <a:rPr lang="en-US" sz="2400">
                <a:solidFill>
                  <a:schemeClr val="accent2"/>
                </a:solidFill>
                <a:latin typeface="Comic Sans MS" charset="0"/>
              </a:rPr>
              <a:t>A-B-E-F-I </a:t>
            </a:r>
            <a:r>
              <a:rPr lang="en-US" sz="2400">
                <a:latin typeface="Comic Sans MS" charset="0"/>
              </a:rPr>
              <a:t>and</a:t>
            </a:r>
            <a:r>
              <a:rPr lang="en-US" sz="2400">
                <a:solidFill>
                  <a:schemeClr val="accent2"/>
                </a:solidFill>
                <a:latin typeface="Comic Sans MS" charset="0"/>
              </a:rPr>
              <a:t> A-C-E-F-I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1162"/>
                                        </p:tgtEl>
                                        <p:attrNameLst>
                                          <p:attrName>style.visibility</p:attrName>
                                        </p:attrNameLst>
                                      </p:cBhvr>
                                      <p:to>
                                        <p:strVal val="visible"/>
                                      </p:to>
                                    </p:set>
                                    <p:animEffect transition="in" filter="dissolve">
                                      <p:cBhvr>
                                        <p:cTn id="7" dur="500"/>
                                        <p:tgtEl>
                                          <p:spTgt spid="211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16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B8548A7-A738-F748-A140-0D391B7F25B2}" type="datetime1">
              <a:rPr lang="en-US" smtClean="0"/>
              <a:pPr/>
              <a:t>4/21/25</a:t>
            </a:fld>
            <a:endParaRPr lang="en-US"/>
          </a:p>
        </p:txBody>
      </p:sp>
      <p:sp>
        <p:nvSpPr>
          <p:cNvPr id="6" name="Slide Number Placeholder 5"/>
          <p:cNvSpPr>
            <a:spLocks noGrp="1"/>
          </p:cNvSpPr>
          <p:nvPr>
            <p:ph type="sldNum" sz="quarter" idx="12"/>
          </p:nvPr>
        </p:nvSpPr>
        <p:spPr/>
        <p:txBody>
          <a:bodyPr/>
          <a:lstStyle/>
          <a:p>
            <a:endParaRPr lang="en-US"/>
          </a:p>
          <a:p>
            <a:fld id="{7876A9BD-0756-9747-9623-DE69925545D7}" type="slidenum">
              <a:rPr lang="en-US"/>
              <a:pPr/>
              <a:t>33</a:t>
            </a:fld>
            <a:endParaRPr lang="en-US"/>
          </a:p>
        </p:txBody>
      </p:sp>
      <p:sp>
        <p:nvSpPr>
          <p:cNvPr id="110594" name="Rectangle 2"/>
          <p:cNvSpPr>
            <a:spLocks noGrp="1" noChangeArrowheads="1"/>
          </p:cNvSpPr>
          <p:nvPr>
            <p:ph type="title"/>
          </p:nvPr>
        </p:nvSpPr>
        <p:spPr/>
        <p:txBody>
          <a:bodyPr/>
          <a:lstStyle/>
          <a:p>
            <a:r>
              <a:rPr lang="en-US"/>
              <a:t>About Heuristic Approach</a:t>
            </a:r>
          </a:p>
        </p:txBody>
      </p:sp>
      <p:sp>
        <p:nvSpPr>
          <p:cNvPr id="110595" name="Rectangle 3"/>
          <p:cNvSpPr>
            <a:spLocks noGrp="1" noChangeArrowheads="1"/>
          </p:cNvSpPr>
          <p:nvPr>
            <p:ph type="body" idx="1"/>
          </p:nvPr>
        </p:nvSpPr>
        <p:spPr/>
        <p:txBody>
          <a:bodyPr/>
          <a:lstStyle/>
          <a:p>
            <a:r>
              <a:rPr lang="en-US"/>
              <a:t>Remember:</a:t>
            </a:r>
          </a:p>
          <a:p>
            <a:pPr lvl="1"/>
            <a:r>
              <a:rPr lang="en-US"/>
              <a:t>As you crash the current critical activities, </a:t>
            </a:r>
            <a:r>
              <a:rPr lang="en-US" u="sng"/>
              <a:t>other paths may become critical</a:t>
            </a:r>
          </a:p>
          <a:p>
            <a:pPr lvl="1"/>
            <a:endParaRPr lang="en-US" u="sng"/>
          </a:p>
          <a:p>
            <a:r>
              <a:rPr lang="en-US"/>
              <a:t>Recommendation</a:t>
            </a:r>
          </a:p>
          <a:p>
            <a:pPr lvl="1"/>
            <a:r>
              <a:rPr lang="en-US"/>
              <a:t>Crash activities </a:t>
            </a:r>
            <a:r>
              <a:rPr lang="en-US" u="sng"/>
              <a:t>one by one</a:t>
            </a:r>
          </a:p>
          <a:p>
            <a:pPr lvl="1"/>
            <a:r>
              <a:rPr lang="en-US" u="sng"/>
              <a:t>After crashing one activity</a:t>
            </a:r>
            <a:r>
              <a:rPr lang="en-US"/>
              <a:t>, check the </a:t>
            </a:r>
            <a:r>
              <a:rPr lang="en-US" u="sng"/>
              <a:t>critical path(s) in the revised network</a:t>
            </a:r>
          </a:p>
          <a:p>
            <a:pPr lvl="1"/>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10"/>
          </p:nvPr>
        </p:nvSpPr>
        <p:spPr/>
        <p:txBody>
          <a:bodyPr/>
          <a:lstStyle/>
          <a:p>
            <a:fld id="{F871789D-0A5F-EF41-885D-19020CBBB65A}" type="datetime1">
              <a:rPr lang="en-US" smtClean="0"/>
              <a:pPr/>
              <a:t>4/21/25</a:t>
            </a:fld>
            <a:endParaRPr lang="en-US"/>
          </a:p>
        </p:txBody>
      </p:sp>
      <p:sp>
        <p:nvSpPr>
          <p:cNvPr id="7" name="Slide Number Placeholder 5"/>
          <p:cNvSpPr>
            <a:spLocks noGrp="1"/>
          </p:cNvSpPr>
          <p:nvPr>
            <p:ph type="sldNum" sz="quarter" idx="12"/>
          </p:nvPr>
        </p:nvSpPr>
        <p:spPr/>
        <p:txBody>
          <a:bodyPr/>
          <a:lstStyle/>
          <a:p>
            <a:endParaRPr lang="en-US"/>
          </a:p>
          <a:p>
            <a:fld id="{6C0E93F2-C3F6-314D-833C-314B94A87DED}" type="slidenum">
              <a:rPr lang="en-US"/>
              <a:pPr/>
              <a:t>34</a:t>
            </a:fld>
            <a:endParaRPr lang="en-US"/>
          </a:p>
        </p:txBody>
      </p:sp>
      <p:sp>
        <p:nvSpPr>
          <p:cNvPr id="101378" name="Rectangle 2"/>
          <p:cNvSpPr>
            <a:spLocks noGrp="1" noChangeArrowheads="1"/>
          </p:cNvSpPr>
          <p:nvPr>
            <p:ph type="title"/>
          </p:nvPr>
        </p:nvSpPr>
        <p:spPr/>
        <p:txBody>
          <a:bodyPr/>
          <a:lstStyle/>
          <a:p>
            <a:r>
              <a:rPr lang="en-US" sz="2400"/>
              <a:t>Project Scheduling with Uncertain Activity Times</a:t>
            </a:r>
            <a:endParaRPr lang="en-US" sz="2800"/>
          </a:p>
        </p:txBody>
      </p:sp>
      <p:sp>
        <p:nvSpPr>
          <p:cNvPr id="101379" name="Rectangle 3"/>
          <p:cNvSpPr>
            <a:spLocks noGrp="1" noChangeArrowheads="1"/>
          </p:cNvSpPr>
          <p:nvPr>
            <p:ph type="body" idx="1"/>
          </p:nvPr>
        </p:nvSpPr>
        <p:spPr>
          <a:xfrm>
            <a:off x="685800" y="1295400"/>
            <a:ext cx="7772400" cy="4114800"/>
          </a:xfrm>
        </p:spPr>
        <p:txBody>
          <a:bodyPr/>
          <a:lstStyle/>
          <a:p>
            <a:pPr>
              <a:buFontTx/>
              <a:buNone/>
            </a:pPr>
            <a:r>
              <a:rPr lang="en-US" sz="2000"/>
              <a:t>	The designers at QP Dolls, Inc. designed a computerized doll using a completely new technology. Believing the new product is going to be a hit on market, the management wants to roll out the new product as soon as possible. However, the marketing and operations managers can only give a rough estimate (optimistic, most probable, pessimistic) on the duration time of activities for product launch. What would be the expected time required to complete the project?  </a:t>
            </a:r>
          </a:p>
        </p:txBody>
      </p:sp>
      <p:graphicFrame>
        <p:nvGraphicFramePr>
          <p:cNvPr id="101380" name="Object 4"/>
          <p:cNvGraphicFramePr>
            <a:graphicFrameLocks noChangeAspect="1"/>
          </p:cNvGraphicFramePr>
          <p:nvPr/>
        </p:nvGraphicFramePr>
        <p:xfrm>
          <a:off x="2133600" y="3784600"/>
          <a:ext cx="5372100" cy="3073400"/>
        </p:xfrm>
        <a:graphic>
          <a:graphicData uri="http://schemas.openxmlformats.org/presentationml/2006/ole">
            <mc:AlternateContent xmlns:mc="http://schemas.openxmlformats.org/markup-compatibility/2006">
              <mc:Choice xmlns:v="urn:schemas-microsoft-com:vml" Requires="v">
                <p:oleObj name="Document" r:id="rId3" imgW="5375880" imgH="3076560" progId="Word.Document.8">
                  <p:embed/>
                </p:oleObj>
              </mc:Choice>
              <mc:Fallback>
                <p:oleObj name="Document" r:id="rId3" imgW="5375880" imgH="3076560" progId="Word.Document.8">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784600"/>
                        <a:ext cx="5372100" cy="307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4"/>
          <p:cNvSpPr>
            <a:spLocks noGrp="1"/>
          </p:cNvSpPr>
          <p:nvPr>
            <p:ph type="dt" sz="half" idx="10"/>
          </p:nvPr>
        </p:nvSpPr>
        <p:spPr/>
        <p:txBody>
          <a:bodyPr/>
          <a:lstStyle/>
          <a:p>
            <a:fld id="{329F16C5-B871-FB44-B51C-AC028CA09BF0}" type="datetime1">
              <a:rPr lang="en-US" smtClean="0"/>
              <a:pPr/>
              <a:t>4/21/25</a:t>
            </a:fld>
            <a:endParaRPr lang="en-US"/>
          </a:p>
        </p:txBody>
      </p:sp>
      <p:sp>
        <p:nvSpPr>
          <p:cNvPr id="14" name="Slide Number Placeholder 6"/>
          <p:cNvSpPr>
            <a:spLocks noGrp="1"/>
          </p:cNvSpPr>
          <p:nvPr>
            <p:ph type="sldNum" sz="quarter" idx="12"/>
          </p:nvPr>
        </p:nvSpPr>
        <p:spPr/>
        <p:txBody>
          <a:bodyPr/>
          <a:lstStyle/>
          <a:p>
            <a:endParaRPr lang="en-US"/>
          </a:p>
          <a:p>
            <a:fld id="{4EAB76D7-18B4-4048-9B9A-C15260B64B9E}" type="slidenum">
              <a:rPr lang="en-US"/>
              <a:pPr/>
              <a:t>35</a:t>
            </a:fld>
            <a:endParaRPr lang="en-US"/>
          </a:p>
        </p:txBody>
      </p:sp>
      <p:sp>
        <p:nvSpPr>
          <p:cNvPr id="102402" name="Rectangle 2"/>
          <p:cNvSpPr>
            <a:spLocks noGrp="1" noChangeArrowheads="1"/>
          </p:cNvSpPr>
          <p:nvPr>
            <p:ph type="title"/>
          </p:nvPr>
        </p:nvSpPr>
        <p:spPr/>
        <p:txBody>
          <a:bodyPr/>
          <a:lstStyle/>
          <a:p>
            <a:r>
              <a:rPr lang="en-US" dirty="0"/>
              <a:t>Three-Point Estimation Technique</a:t>
            </a:r>
          </a:p>
        </p:txBody>
      </p:sp>
      <p:sp>
        <p:nvSpPr>
          <p:cNvPr id="102403" name="Rectangle 3"/>
          <p:cNvSpPr>
            <a:spLocks noGrp="1" noChangeArrowheads="1"/>
          </p:cNvSpPr>
          <p:nvPr>
            <p:ph type="body" sz="half" idx="1"/>
          </p:nvPr>
        </p:nvSpPr>
        <p:spPr>
          <a:xfrm>
            <a:off x="685800" y="1371600"/>
            <a:ext cx="7543800" cy="5029200"/>
          </a:xfrm>
        </p:spPr>
        <p:txBody>
          <a:bodyPr/>
          <a:lstStyle/>
          <a:p>
            <a:pPr>
              <a:buFontTx/>
              <a:buNone/>
            </a:pPr>
            <a:r>
              <a:rPr lang="en-US" sz="2000" dirty="0"/>
              <a:t>A. Time estimates</a:t>
            </a:r>
          </a:p>
          <a:p>
            <a:pPr lvl="1">
              <a:buFontTx/>
              <a:buNone/>
            </a:pPr>
            <a:r>
              <a:rPr lang="en-US" sz="1800" dirty="0"/>
              <a:t>1. For each activity, estimate</a:t>
            </a:r>
          </a:p>
          <a:p>
            <a:pPr lvl="2">
              <a:buFontTx/>
              <a:buNone/>
            </a:pPr>
            <a:r>
              <a:rPr lang="en-US" sz="1600" i="1" dirty="0" err="1"/>
              <a:t>a</a:t>
            </a:r>
            <a:r>
              <a:rPr lang="en-US" sz="1600" i="1" baseline="-25000" dirty="0" err="1"/>
              <a:t>i</a:t>
            </a:r>
            <a:r>
              <a:rPr lang="en-US" sz="1600" i="1" dirty="0"/>
              <a:t> = optimistic time</a:t>
            </a:r>
          </a:p>
          <a:p>
            <a:pPr lvl="2">
              <a:buFontTx/>
              <a:buNone/>
            </a:pPr>
            <a:r>
              <a:rPr lang="en-US" sz="1600" i="1" dirty="0"/>
              <a:t>b</a:t>
            </a:r>
            <a:r>
              <a:rPr lang="en-US" sz="1600" i="1" baseline="-25000" dirty="0"/>
              <a:t>i</a:t>
            </a:r>
            <a:r>
              <a:rPr lang="en-US" sz="1600" i="1" dirty="0"/>
              <a:t> = pessimistic time</a:t>
            </a:r>
          </a:p>
          <a:p>
            <a:pPr lvl="2">
              <a:buFontTx/>
              <a:buNone/>
            </a:pPr>
            <a:r>
              <a:rPr lang="en-US" sz="1600" i="1" dirty="0"/>
              <a:t>m</a:t>
            </a:r>
            <a:r>
              <a:rPr lang="en-US" sz="1600" i="1" baseline="-25000" dirty="0"/>
              <a:t>i</a:t>
            </a:r>
            <a:r>
              <a:rPr lang="en-US" sz="1600" i="1" dirty="0"/>
              <a:t> = most probable time</a:t>
            </a:r>
          </a:p>
          <a:p>
            <a:pPr lvl="2">
              <a:buFontTx/>
              <a:buNone/>
            </a:pPr>
            <a:endParaRPr lang="en-US" sz="1600" i="1" dirty="0"/>
          </a:p>
          <a:p>
            <a:pPr lvl="1">
              <a:buFontTx/>
              <a:buNone/>
            </a:pPr>
            <a:r>
              <a:rPr lang="en-US" sz="1800" dirty="0"/>
              <a:t>2. From </a:t>
            </a:r>
            <a:r>
              <a:rPr lang="en-US" sz="1800" i="1" dirty="0"/>
              <a:t>a</a:t>
            </a:r>
            <a:r>
              <a:rPr lang="en-US" sz="1800" i="1" baseline="-25000" dirty="0"/>
              <a:t>i</a:t>
            </a:r>
            <a:r>
              <a:rPr lang="en-US" sz="1800" i="1" dirty="0"/>
              <a:t>, b</a:t>
            </a:r>
            <a:r>
              <a:rPr lang="en-US" sz="1800" i="1" baseline="-25000" dirty="0"/>
              <a:t>i</a:t>
            </a:r>
            <a:r>
              <a:rPr lang="en-US" sz="1800" i="1" dirty="0"/>
              <a:t>,</a:t>
            </a:r>
            <a:r>
              <a:rPr lang="en-US" sz="1800" dirty="0"/>
              <a:t> and</a:t>
            </a:r>
            <a:r>
              <a:rPr lang="en-US" sz="1800" i="1" dirty="0"/>
              <a:t> m</a:t>
            </a:r>
            <a:r>
              <a:rPr lang="en-US" sz="1800" i="1" baseline="-25000" dirty="0"/>
              <a:t>i</a:t>
            </a:r>
            <a:r>
              <a:rPr lang="en-US" sz="1800" i="1" dirty="0"/>
              <a:t>, </a:t>
            </a:r>
            <a:r>
              <a:rPr lang="en-US" sz="1800" dirty="0"/>
              <a:t>compute approximate value for:</a:t>
            </a:r>
          </a:p>
          <a:p>
            <a:pPr lvl="1">
              <a:buFontTx/>
              <a:buNone/>
            </a:pPr>
            <a:r>
              <a:rPr lang="en-US" sz="1800" dirty="0"/>
              <a:t>         </a:t>
            </a:r>
          </a:p>
          <a:p>
            <a:pPr lvl="1">
              <a:buFontTx/>
              <a:buNone/>
            </a:pPr>
            <a:r>
              <a:rPr lang="en-US" sz="1800" dirty="0"/>
              <a:t>		</a:t>
            </a:r>
            <a:r>
              <a:rPr lang="en-US" sz="1800" dirty="0">
                <a:highlight>
                  <a:srgbClr val="FFFF00"/>
                </a:highlight>
              </a:rPr>
              <a:t>Expected Time</a:t>
            </a:r>
            <a:r>
              <a:rPr lang="en-US" sz="1800" dirty="0"/>
              <a:t>= </a:t>
            </a:r>
            <a:r>
              <a:rPr lang="en-US" sz="1800" dirty="0" err="1">
                <a:sym typeface="Symbol" charset="2"/>
              </a:rPr>
              <a:t>μ</a:t>
            </a:r>
            <a:r>
              <a:rPr lang="en-US" sz="1800" baseline="-25000" dirty="0" err="1">
                <a:sym typeface="Symbol" charset="2"/>
              </a:rPr>
              <a:t>i</a:t>
            </a:r>
            <a:r>
              <a:rPr lang="en-US" sz="1800" dirty="0">
                <a:sym typeface="Symbol" charset="2"/>
              </a:rPr>
              <a:t> </a:t>
            </a:r>
            <a:r>
              <a:rPr lang="en-US" sz="1800" dirty="0"/>
              <a:t> = </a:t>
            </a:r>
          </a:p>
          <a:p>
            <a:pPr lvl="1">
              <a:buFontTx/>
              <a:buNone/>
            </a:pPr>
            <a:r>
              <a:rPr lang="en-US" sz="1800" dirty="0"/>
              <a:t>		</a:t>
            </a:r>
          </a:p>
          <a:p>
            <a:pPr lvl="1">
              <a:buFontTx/>
              <a:buNone/>
            </a:pPr>
            <a:r>
              <a:rPr lang="en-US" sz="1800" dirty="0"/>
              <a:t>		</a:t>
            </a:r>
            <a:r>
              <a:rPr lang="en-US" sz="1800" dirty="0">
                <a:highlight>
                  <a:srgbClr val="FFFF00"/>
                </a:highlight>
              </a:rPr>
              <a:t>Variance</a:t>
            </a:r>
            <a:r>
              <a:rPr lang="en-US" sz="1800" dirty="0"/>
              <a:t> = σ</a:t>
            </a:r>
            <a:r>
              <a:rPr lang="en-US" sz="1800" baseline="-25000" dirty="0">
                <a:sym typeface="Symbol" charset="2"/>
              </a:rPr>
              <a:t>i</a:t>
            </a:r>
            <a:r>
              <a:rPr lang="en-US" sz="1800" baseline="30000" dirty="0">
                <a:sym typeface="Symbol" charset="2"/>
              </a:rPr>
              <a:t>2</a:t>
            </a:r>
            <a:r>
              <a:rPr lang="en-US" sz="1800" dirty="0"/>
              <a:t> =</a:t>
            </a:r>
          </a:p>
          <a:p>
            <a:pPr lvl="1">
              <a:buFontTx/>
              <a:buNone/>
            </a:pPr>
            <a:endParaRPr lang="en-US" sz="1800" dirty="0"/>
          </a:p>
          <a:p>
            <a:pPr lvl="1">
              <a:buFontTx/>
              <a:buNone/>
            </a:pPr>
            <a:endParaRPr lang="en-US" sz="1800" dirty="0"/>
          </a:p>
          <a:p>
            <a:pPr lvl="1">
              <a:buFontTx/>
              <a:buNone/>
            </a:pPr>
            <a:r>
              <a:rPr lang="en-US" sz="1800" dirty="0">
                <a:solidFill>
                  <a:srgbClr val="FF3300"/>
                </a:solidFill>
              </a:rPr>
              <a:t>Based on the assumption that the individual activity time distribution can be described by </a:t>
            </a:r>
            <a:r>
              <a:rPr lang="en-US" sz="1800" u="sng" dirty="0">
                <a:solidFill>
                  <a:srgbClr val="FF3300"/>
                </a:solidFill>
                <a:highlight>
                  <a:srgbClr val="FFFF00"/>
                </a:highlight>
              </a:rPr>
              <a:t>beta probability distribution</a:t>
            </a:r>
          </a:p>
        </p:txBody>
      </p:sp>
      <p:graphicFrame>
        <p:nvGraphicFramePr>
          <p:cNvPr id="102404" name="Object 4"/>
          <p:cNvGraphicFramePr>
            <a:graphicFrameLocks noChangeAspect="1"/>
          </p:cNvGraphicFramePr>
          <p:nvPr>
            <p:extLst>
              <p:ext uri="{D42A27DB-BD31-4B8C-83A1-F6EECF244321}">
                <p14:modId xmlns:p14="http://schemas.microsoft.com/office/powerpoint/2010/main" val="3872105168"/>
              </p:ext>
            </p:extLst>
          </p:nvPr>
        </p:nvGraphicFramePr>
        <p:xfrm>
          <a:off x="3962400" y="3810000"/>
          <a:ext cx="1219200" cy="596900"/>
        </p:xfrm>
        <a:graphic>
          <a:graphicData uri="http://schemas.openxmlformats.org/presentationml/2006/ole">
            <mc:AlternateContent xmlns:mc="http://schemas.openxmlformats.org/markup-compatibility/2006">
              <mc:Choice xmlns:v="urn:schemas-microsoft-com:vml" Requires="v">
                <p:oleObj name="Equation" r:id="rId3" imgW="799920" imgH="393480" progId="Equation.3">
                  <p:embed/>
                </p:oleObj>
              </mc:Choice>
              <mc:Fallback>
                <p:oleObj name="Equation" r:id="rId3" imgW="799920" imgH="39348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3810000"/>
                        <a:ext cx="1219200" cy="5969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102405" name="Object 5"/>
          <p:cNvGraphicFramePr>
            <a:graphicFrameLocks noChangeAspect="1"/>
          </p:cNvGraphicFramePr>
          <p:nvPr>
            <p:extLst>
              <p:ext uri="{D42A27DB-BD31-4B8C-83A1-F6EECF244321}">
                <p14:modId xmlns:p14="http://schemas.microsoft.com/office/powerpoint/2010/main" val="1572572023"/>
              </p:ext>
            </p:extLst>
          </p:nvPr>
        </p:nvGraphicFramePr>
        <p:xfrm>
          <a:off x="3505200" y="4343400"/>
          <a:ext cx="1066800" cy="792163"/>
        </p:xfrm>
        <a:graphic>
          <a:graphicData uri="http://schemas.openxmlformats.org/presentationml/2006/ole">
            <mc:AlternateContent xmlns:mc="http://schemas.openxmlformats.org/markup-compatibility/2006">
              <mc:Choice xmlns:v="urn:schemas-microsoft-com:vml" Requires="v">
                <p:oleObj name="Equation" r:id="rId5" imgW="634680" imgH="469800" progId="Equation.3">
                  <p:embed/>
                </p:oleObj>
              </mc:Choice>
              <mc:Fallback>
                <p:oleObj name="Equation" r:id="rId5" imgW="634680" imgH="4698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4343400"/>
                        <a:ext cx="1066800" cy="79216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102406" name="Object 6"/>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Equation" r:id="rId7" imgW="114120" imgH="215640" progId="Equation.3">
                  <p:embed/>
                </p:oleObj>
              </mc:Choice>
              <mc:Fallback>
                <p:oleObj name="Equation" r:id="rId7" imgW="114120" imgH="21564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102407" name="Object 7"/>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Equation" r:id="rId9" imgW="114120" imgH="215640" progId="Equation.3">
                  <p:embed/>
                </p:oleObj>
              </mc:Choice>
              <mc:Fallback>
                <p:oleObj name="Equation" r:id="rId9" imgW="114120" imgH="21564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pic>
        <p:nvPicPr>
          <p:cNvPr id="102408" name="Picture 8"/>
          <p:cNvPicPr>
            <a:picLocks noGrp="1" noChangeAspect="1" noChangeArrowheads="1"/>
          </p:cNvPicPr>
          <p:nvPr>
            <p:ph sz="half" idx="2"/>
          </p:nvPr>
        </p:nvPicPr>
        <p:blipFill>
          <a:blip r:embed="rId10"/>
          <a:srcRect/>
          <a:stretch>
            <a:fillRect/>
          </a:stretch>
        </p:blipFill>
        <p:spPr>
          <a:xfrm>
            <a:off x="6019800" y="3505200"/>
            <a:ext cx="2478088" cy="1522413"/>
          </a:xfrm>
          <a:noFill/>
          <a:ln/>
        </p:spPr>
      </p:pic>
      <p:sp>
        <p:nvSpPr>
          <p:cNvPr id="102410" name="Line 10"/>
          <p:cNvSpPr>
            <a:spLocks noChangeShapeType="1"/>
          </p:cNvSpPr>
          <p:nvPr/>
        </p:nvSpPr>
        <p:spPr bwMode="auto">
          <a:xfrm>
            <a:off x="5943600" y="5003800"/>
            <a:ext cx="2590800" cy="0"/>
          </a:xfrm>
          <a:prstGeom prst="line">
            <a:avLst/>
          </a:prstGeom>
          <a:noFill/>
          <a:ln w="9525">
            <a:solidFill>
              <a:schemeClr val="tx1"/>
            </a:solidFill>
            <a:round/>
            <a:headEnd/>
            <a:tailEnd/>
          </a:ln>
          <a:effectLst/>
        </p:spPr>
        <p:txBody>
          <a:bodyPr wrap="none" anchor="ctr">
            <a:prstTxWarp prst="textNoShape">
              <a:avLst/>
            </a:prstTxWarp>
          </a:bodyPr>
          <a:lstStyle/>
          <a:p>
            <a:endParaRPr lang="en-US"/>
          </a:p>
        </p:txBody>
      </p:sp>
      <p:sp>
        <p:nvSpPr>
          <p:cNvPr id="102411" name="Text Box 11"/>
          <p:cNvSpPr txBox="1">
            <a:spLocks noChangeArrowheads="1"/>
          </p:cNvSpPr>
          <p:nvPr/>
        </p:nvSpPr>
        <p:spPr bwMode="auto">
          <a:xfrm>
            <a:off x="5978525" y="5018088"/>
            <a:ext cx="2495550" cy="336550"/>
          </a:xfrm>
          <a:prstGeom prst="rect">
            <a:avLst/>
          </a:prstGeom>
          <a:noFill/>
          <a:ln w="9525">
            <a:noFill/>
            <a:miter lim="800000"/>
            <a:headEnd/>
            <a:tailEnd/>
          </a:ln>
          <a:effectLst/>
        </p:spPr>
        <p:txBody>
          <a:bodyPr wrap="none">
            <a:prstTxWarp prst="textNoShape">
              <a:avLst/>
            </a:prstTxWarp>
            <a:spAutoFit/>
          </a:bodyPr>
          <a:lstStyle/>
          <a:p>
            <a:r>
              <a:rPr lang="en-US" sz="1600" i="1">
                <a:latin typeface="Comic Sans MS" charset="0"/>
              </a:rPr>
              <a:t>a</a:t>
            </a:r>
            <a:r>
              <a:rPr lang="en-US" sz="1600" i="1" baseline="-25000">
                <a:latin typeface="Comic Sans MS" charset="0"/>
              </a:rPr>
              <a:t>i</a:t>
            </a:r>
            <a:r>
              <a:rPr lang="en-US" sz="1600" i="1">
                <a:latin typeface="Comic Sans MS" charset="0"/>
              </a:rPr>
              <a:t>       m</a:t>
            </a:r>
            <a:r>
              <a:rPr lang="en-US" sz="1600" i="1" baseline="-25000">
                <a:latin typeface="Comic Sans MS" charset="0"/>
              </a:rPr>
              <a:t>i</a:t>
            </a:r>
            <a:r>
              <a:rPr lang="en-US" sz="1600" i="1">
                <a:latin typeface="Comic Sans MS" charset="0"/>
              </a:rPr>
              <a:t>                       b</a:t>
            </a:r>
            <a:r>
              <a:rPr lang="en-US" sz="1600" i="1" baseline="-25000">
                <a:latin typeface="Comic Sans MS" charset="0"/>
              </a:rPr>
              <a:t>i</a:t>
            </a:r>
          </a:p>
        </p:txBody>
      </p:sp>
      <p:sp>
        <p:nvSpPr>
          <p:cNvPr id="102412" name="Line 12"/>
          <p:cNvSpPr>
            <a:spLocks noChangeShapeType="1"/>
          </p:cNvSpPr>
          <p:nvPr/>
        </p:nvSpPr>
        <p:spPr bwMode="auto">
          <a:xfrm>
            <a:off x="6672263" y="3573463"/>
            <a:ext cx="0" cy="1435100"/>
          </a:xfrm>
          <a:prstGeom prst="line">
            <a:avLst/>
          </a:prstGeom>
          <a:noFill/>
          <a:ln w="9525">
            <a:solidFill>
              <a:schemeClr val="tx1"/>
            </a:solidFill>
            <a:prstDash val="dash"/>
            <a:round/>
            <a:headEnd/>
            <a:tailEnd/>
          </a:ln>
          <a:effectLst/>
        </p:spPr>
        <p:txBody>
          <a:bodyPr wrap="none" anchor="ctr">
            <a:prstTxWarp prst="textNoShape">
              <a:avLst/>
            </a:prstTxWarp>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6C9951D-59E7-7647-88DC-198DC1FB4D7A}" type="datetime1">
              <a:rPr lang="en-US" smtClean="0"/>
              <a:pPr/>
              <a:t>4/21/25</a:t>
            </a:fld>
            <a:endParaRPr lang="en-US"/>
          </a:p>
        </p:txBody>
      </p:sp>
      <p:sp>
        <p:nvSpPr>
          <p:cNvPr id="6" name="Slide Number Placeholder 5"/>
          <p:cNvSpPr>
            <a:spLocks noGrp="1"/>
          </p:cNvSpPr>
          <p:nvPr>
            <p:ph type="sldNum" sz="quarter" idx="12"/>
          </p:nvPr>
        </p:nvSpPr>
        <p:spPr/>
        <p:txBody>
          <a:bodyPr/>
          <a:lstStyle/>
          <a:p>
            <a:endParaRPr lang="en-US"/>
          </a:p>
          <a:p>
            <a:fld id="{ADAAC7E0-4955-B94A-B0DB-723C3CFB6DA3}" type="slidenum">
              <a:rPr lang="en-US"/>
              <a:pPr/>
              <a:t>36</a:t>
            </a:fld>
            <a:endParaRPr lang="en-US"/>
          </a:p>
        </p:txBody>
      </p:sp>
      <p:sp>
        <p:nvSpPr>
          <p:cNvPr id="103426" name="Rectangle 2"/>
          <p:cNvSpPr>
            <a:spLocks noGrp="1" noChangeArrowheads="1"/>
          </p:cNvSpPr>
          <p:nvPr>
            <p:ph type="title"/>
          </p:nvPr>
        </p:nvSpPr>
        <p:spPr/>
        <p:txBody>
          <a:bodyPr/>
          <a:lstStyle/>
          <a:p>
            <a:r>
              <a:rPr lang="en-US"/>
              <a:t>Critical Path &amp; Probabilistic Analysis</a:t>
            </a:r>
          </a:p>
        </p:txBody>
      </p:sp>
      <p:sp>
        <p:nvSpPr>
          <p:cNvPr id="103427" name="Rectangle 3"/>
          <p:cNvSpPr>
            <a:spLocks noGrp="1" noChangeArrowheads="1"/>
          </p:cNvSpPr>
          <p:nvPr>
            <p:ph type="body" idx="1"/>
          </p:nvPr>
        </p:nvSpPr>
        <p:spPr>
          <a:xfrm>
            <a:off x="685800" y="1143000"/>
            <a:ext cx="7924800" cy="4114800"/>
          </a:xfrm>
        </p:spPr>
        <p:txBody>
          <a:bodyPr/>
          <a:lstStyle/>
          <a:p>
            <a:pPr>
              <a:lnSpc>
                <a:spcPct val="90000"/>
              </a:lnSpc>
              <a:buFontTx/>
              <a:buNone/>
            </a:pPr>
            <a:r>
              <a:rPr lang="en-US" sz="2000" dirty="0"/>
              <a:t>B. Procedure</a:t>
            </a:r>
          </a:p>
          <a:p>
            <a:pPr lvl="1">
              <a:lnSpc>
                <a:spcPct val="90000"/>
              </a:lnSpc>
              <a:buFontTx/>
              <a:buNone/>
            </a:pPr>
            <a:r>
              <a:rPr lang="en-US" sz="1800" dirty="0"/>
              <a:t>1. Treat the </a:t>
            </a:r>
            <a:r>
              <a:rPr lang="en-US" sz="1800" u="sng" dirty="0"/>
              <a:t>expected activity times</a:t>
            </a:r>
            <a:r>
              <a:rPr lang="en-US" sz="1800" dirty="0"/>
              <a:t> as the known duration of activity. Use the PERT/CPM procedure to </a:t>
            </a:r>
            <a:r>
              <a:rPr lang="en-US" sz="1800" u="sng" dirty="0"/>
              <a:t>find the critical path</a:t>
            </a:r>
            <a:r>
              <a:rPr lang="en-US" sz="1800" dirty="0"/>
              <a:t> of the project.</a:t>
            </a:r>
          </a:p>
          <a:p>
            <a:pPr lvl="1">
              <a:lnSpc>
                <a:spcPct val="90000"/>
              </a:lnSpc>
              <a:buFontTx/>
              <a:buNone/>
            </a:pPr>
            <a:endParaRPr lang="en-US" sz="1800" dirty="0"/>
          </a:p>
          <a:p>
            <a:pPr lvl="1">
              <a:lnSpc>
                <a:spcPct val="90000"/>
              </a:lnSpc>
              <a:buFontTx/>
              <a:buNone/>
            </a:pPr>
            <a:r>
              <a:rPr lang="en-US" sz="1800" dirty="0"/>
              <a:t>2. Compute estimates of </a:t>
            </a:r>
            <a:r>
              <a:rPr lang="en-US" sz="1800" u="sng" dirty="0"/>
              <a:t>mean and variance of project</a:t>
            </a:r>
            <a:r>
              <a:rPr lang="en-US" sz="1800" dirty="0"/>
              <a:t> completion time as sum of expected times and variances along critical path:</a:t>
            </a:r>
          </a:p>
          <a:p>
            <a:pPr lvl="1">
              <a:lnSpc>
                <a:spcPct val="90000"/>
              </a:lnSpc>
              <a:buFontTx/>
              <a:buNone/>
            </a:pPr>
            <a:endParaRPr lang="en-US" sz="1800" dirty="0"/>
          </a:p>
          <a:p>
            <a:pPr lvl="1">
              <a:lnSpc>
                <a:spcPct val="90000"/>
              </a:lnSpc>
              <a:buFontTx/>
              <a:buNone/>
            </a:pPr>
            <a:r>
              <a:rPr lang="en-US" sz="1800" dirty="0"/>
              <a:t>		Mean (</a:t>
            </a:r>
            <a:r>
              <a:rPr lang="en-US" sz="1800" dirty="0" err="1"/>
              <a:t>μ</a:t>
            </a:r>
            <a:r>
              <a:rPr lang="en-US" sz="1800" dirty="0">
                <a:sym typeface="Symbol" charset="2"/>
              </a:rPr>
              <a:t>) </a:t>
            </a:r>
            <a:r>
              <a:rPr lang="en-US" sz="1800" dirty="0"/>
              <a:t>= Sum of Expected Times on Critical Path</a:t>
            </a:r>
          </a:p>
          <a:p>
            <a:pPr lvl="1">
              <a:lnSpc>
                <a:spcPct val="90000"/>
              </a:lnSpc>
              <a:buFontTx/>
              <a:buNone/>
            </a:pPr>
            <a:r>
              <a:rPr lang="en-US" sz="1800" dirty="0"/>
              <a:t>		Variance (σ</a:t>
            </a:r>
            <a:r>
              <a:rPr lang="en-US" sz="1800" baseline="30000" dirty="0">
                <a:sym typeface="Symbol" charset="2"/>
              </a:rPr>
              <a:t>2</a:t>
            </a:r>
            <a:r>
              <a:rPr lang="en-US" sz="1800" dirty="0">
                <a:sym typeface="Symbol" charset="2"/>
              </a:rPr>
              <a:t>) </a:t>
            </a:r>
            <a:r>
              <a:rPr lang="en-US" sz="1800" dirty="0"/>
              <a:t>= Sum of Variances on Critical Path</a:t>
            </a:r>
          </a:p>
          <a:p>
            <a:pPr lvl="1">
              <a:lnSpc>
                <a:spcPct val="90000"/>
              </a:lnSpc>
              <a:buFontTx/>
              <a:buNone/>
            </a:pPr>
            <a:endParaRPr lang="en-US" sz="1800" dirty="0"/>
          </a:p>
          <a:p>
            <a:pPr lvl="1">
              <a:lnSpc>
                <a:spcPct val="90000"/>
              </a:lnSpc>
              <a:buFontTx/>
              <a:buNone/>
            </a:pPr>
            <a:r>
              <a:rPr lang="en-US" sz="1800" dirty="0"/>
              <a:t>3. Assume the project completion time is normally distributed </a:t>
            </a:r>
          </a:p>
          <a:p>
            <a:pPr lvl="1">
              <a:lnSpc>
                <a:spcPct val="90000"/>
              </a:lnSpc>
              <a:buFontTx/>
              <a:buNone/>
            </a:pPr>
            <a:r>
              <a:rPr lang="en-US" sz="1800" dirty="0"/>
              <a:t>   </a:t>
            </a:r>
            <a:r>
              <a:rPr lang="en-US" sz="1800" i="1" dirty="0"/>
              <a:t>N(μ</a:t>
            </a:r>
            <a:r>
              <a:rPr lang="en-US" sz="1800" dirty="0">
                <a:sym typeface="Symbol" charset="2"/>
              </a:rPr>
              <a:t>, </a:t>
            </a:r>
            <a:r>
              <a:rPr lang="en-US" sz="1800" dirty="0" err="1">
                <a:sym typeface="Symbol" charset="2"/>
              </a:rPr>
              <a:t>σ</a:t>
            </a:r>
            <a:r>
              <a:rPr lang="en-US" sz="1800" dirty="0">
                <a:sym typeface="Symbol" charset="2"/>
              </a:rPr>
              <a:t>)</a:t>
            </a:r>
            <a:endParaRPr lang="en-US" sz="1800" dirty="0"/>
          </a:p>
          <a:p>
            <a:pPr lvl="1">
              <a:lnSpc>
                <a:spcPct val="90000"/>
              </a:lnSpc>
              <a:buFontTx/>
              <a:buNone/>
            </a:pPr>
            <a:endParaRPr lang="en-US" sz="1800" dirty="0"/>
          </a:p>
          <a:p>
            <a:pPr lvl="1">
              <a:lnSpc>
                <a:spcPct val="90000"/>
              </a:lnSpc>
              <a:buFontTx/>
              <a:buNone/>
            </a:pPr>
            <a:r>
              <a:rPr lang="en-US" sz="1800" dirty="0"/>
              <a:t>4. Use Standardized Normal Distribution Table to determine certainty of completing project within a given time frame.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Date Placeholder 3"/>
          <p:cNvSpPr>
            <a:spLocks noGrp="1"/>
          </p:cNvSpPr>
          <p:nvPr>
            <p:ph type="dt" sz="half" idx="10"/>
          </p:nvPr>
        </p:nvSpPr>
        <p:spPr/>
        <p:txBody>
          <a:bodyPr/>
          <a:lstStyle/>
          <a:p>
            <a:fld id="{ED8B544F-5B18-434F-8155-B78CB8740871}" type="datetime1">
              <a:rPr lang="en-US" smtClean="0"/>
              <a:pPr/>
              <a:t>4/21/25</a:t>
            </a:fld>
            <a:endParaRPr lang="en-US"/>
          </a:p>
        </p:txBody>
      </p:sp>
      <p:sp>
        <p:nvSpPr>
          <p:cNvPr id="177" name="Slide Number Placeholder 5"/>
          <p:cNvSpPr>
            <a:spLocks noGrp="1"/>
          </p:cNvSpPr>
          <p:nvPr>
            <p:ph type="sldNum" sz="quarter" idx="12"/>
          </p:nvPr>
        </p:nvSpPr>
        <p:spPr/>
        <p:txBody>
          <a:bodyPr/>
          <a:lstStyle/>
          <a:p>
            <a:endParaRPr lang="en-US"/>
          </a:p>
          <a:p>
            <a:fld id="{2CE38044-D31D-AD43-902B-FF6332860CFF}" type="slidenum">
              <a:rPr lang="en-US"/>
              <a:pPr/>
              <a:t>37</a:t>
            </a:fld>
            <a:endParaRPr lang="en-US"/>
          </a:p>
        </p:txBody>
      </p:sp>
      <p:sp>
        <p:nvSpPr>
          <p:cNvPr id="104450" name="Rectangle 2"/>
          <p:cNvSpPr>
            <a:spLocks noGrp="1" noChangeArrowheads="1"/>
          </p:cNvSpPr>
          <p:nvPr>
            <p:ph type="title"/>
          </p:nvPr>
        </p:nvSpPr>
        <p:spPr/>
        <p:txBody>
          <a:bodyPr/>
          <a:lstStyle/>
          <a:p>
            <a:r>
              <a:rPr lang="en-US"/>
              <a:t>QP Dolls, Inc.</a:t>
            </a:r>
          </a:p>
        </p:txBody>
      </p:sp>
      <p:sp>
        <p:nvSpPr>
          <p:cNvPr id="104451" name="Rectangle 3"/>
          <p:cNvSpPr>
            <a:spLocks noGrp="1" noChangeArrowheads="1"/>
          </p:cNvSpPr>
          <p:nvPr>
            <p:ph type="body" idx="1"/>
          </p:nvPr>
        </p:nvSpPr>
        <p:spPr/>
        <p:txBody>
          <a:bodyPr/>
          <a:lstStyle/>
          <a:p>
            <a:pPr lvl="1">
              <a:buFontTx/>
              <a:buNone/>
            </a:pPr>
            <a:endParaRPr lang="en-US"/>
          </a:p>
          <a:p>
            <a:pPr>
              <a:buFontTx/>
              <a:buNone/>
            </a:pPr>
            <a:endParaRPr lang="en-US"/>
          </a:p>
          <a:p>
            <a:pPr>
              <a:buFontTx/>
              <a:buNone/>
            </a:pPr>
            <a:endParaRPr lang="en-US"/>
          </a:p>
          <a:p>
            <a:pPr>
              <a:buFontTx/>
              <a:buNone/>
            </a:pPr>
            <a:endParaRPr lang="en-US"/>
          </a:p>
          <a:p>
            <a:pPr>
              <a:buFontTx/>
              <a:buNone/>
            </a:pPr>
            <a:endParaRPr lang="en-US"/>
          </a:p>
          <a:p>
            <a:pPr lvl="1">
              <a:buFontTx/>
              <a:buNone/>
            </a:pPr>
            <a:endParaRPr lang="en-US"/>
          </a:p>
          <a:p>
            <a:pPr lvl="1">
              <a:buFontTx/>
              <a:buNone/>
            </a:pPr>
            <a:endParaRPr lang="en-US"/>
          </a:p>
          <a:p>
            <a:pPr lvl="1">
              <a:buFontTx/>
              <a:buNone/>
            </a:pPr>
            <a:endParaRPr lang="en-US"/>
          </a:p>
        </p:txBody>
      </p:sp>
      <p:graphicFrame>
        <p:nvGraphicFramePr>
          <p:cNvPr id="104452" name="Object 4"/>
          <p:cNvGraphicFramePr>
            <a:graphicFrameLocks noChangeAspect="1"/>
          </p:cNvGraphicFramePr>
          <p:nvPr/>
        </p:nvGraphicFramePr>
        <p:xfrm>
          <a:off x="914400" y="1290638"/>
          <a:ext cx="7156450" cy="2366962"/>
        </p:xfrm>
        <a:graphic>
          <a:graphicData uri="http://schemas.openxmlformats.org/presentationml/2006/ole">
            <mc:AlternateContent xmlns:mc="http://schemas.openxmlformats.org/markup-compatibility/2006">
              <mc:Choice xmlns:v="urn:schemas-microsoft-com:vml" Requires="v">
                <p:oleObj name="Document" r:id="rId3" imgW="5803900" imgH="2032000" progId="Word.Document.8">
                  <p:embed/>
                </p:oleObj>
              </mc:Choice>
              <mc:Fallback>
                <p:oleObj name="Document" r:id="rId3" imgW="5803900" imgH="2032000" progId="Word.Document.8">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290638"/>
                        <a:ext cx="7156450" cy="2366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04453" name="Group 5"/>
          <p:cNvGraphicFramePr>
            <a:graphicFrameLocks noGrp="1"/>
          </p:cNvGraphicFramePr>
          <p:nvPr/>
        </p:nvGraphicFramePr>
        <p:xfrm>
          <a:off x="838200" y="3810000"/>
          <a:ext cx="838200" cy="731520"/>
        </p:xfrm>
        <a:graphic>
          <a:graphicData uri="http://schemas.openxmlformats.org/drawingml/2006/table">
            <a:tbl>
              <a:tblPr/>
              <a:tblGrid>
                <a:gridCol w="419100">
                  <a:extLst>
                    <a:ext uri="{9D8B030D-6E8A-4147-A177-3AD203B41FA5}">
                      <a16:colId xmlns:a16="http://schemas.microsoft.com/office/drawing/2014/main" val="20000"/>
                    </a:ext>
                  </a:extLst>
                </a:gridCol>
                <a:gridCol w="4191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graphicFrame>
        <p:nvGraphicFramePr>
          <p:cNvPr id="104625" name="Group 177"/>
          <p:cNvGraphicFramePr>
            <a:graphicFrameLocks noGrp="1"/>
          </p:cNvGraphicFramePr>
          <p:nvPr/>
        </p:nvGraphicFramePr>
        <p:xfrm>
          <a:off x="762000" y="5181600"/>
          <a:ext cx="990600" cy="7315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5.83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5.83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5.83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graphicFrame>
        <p:nvGraphicFramePr>
          <p:cNvPr id="104674" name="Group 226"/>
          <p:cNvGraphicFramePr>
            <a:graphicFrameLocks noGrp="1"/>
          </p:cNvGraphicFramePr>
          <p:nvPr/>
        </p:nvGraphicFramePr>
        <p:xfrm>
          <a:off x="2209800" y="6019800"/>
          <a:ext cx="1066800" cy="73152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5.83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9.83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bl>
          </a:graphicData>
        </a:graphic>
      </p:graphicFrame>
      <p:graphicFrame>
        <p:nvGraphicFramePr>
          <p:cNvPr id="104627" name="Group 179"/>
          <p:cNvGraphicFramePr>
            <a:graphicFrameLocks noGrp="1"/>
          </p:cNvGraphicFramePr>
          <p:nvPr/>
        </p:nvGraphicFramePr>
        <p:xfrm>
          <a:off x="2286000" y="3810000"/>
          <a:ext cx="990600" cy="73152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5.83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6.17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5.83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graphicFrame>
        <p:nvGraphicFramePr>
          <p:cNvPr id="104640" name="Group 192"/>
          <p:cNvGraphicFramePr>
            <a:graphicFrameLocks noGrp="1"/>
          </p:cNvGraphicFramePr>
          <p:nvPr/>
        </p:nvGraphicFramePr>
        <p:xfrm>
          <a:off x="3733800" y="5943600"/>
          <a:ext cx="1143000" cy="802005"/>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tblGrid>
              <a:tr h="314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25.67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13.67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25.67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graphicFrame>
        <p:nvGraphicFramePr>
          <p:cNvPr id="104672" name="Group 224"/>
          <p:cNvGraphicFramePr>
            <a:graphicFrameLocks noGrp="1"/>
          </p:cNvGraphicFramePr>
          <p:nvPr/>
        </p:nvGraphicFramePr>
        <p:xfrm>
          <a:off x="3733800" y="4800600"/>
          <a:ext cx="1143000" cy="731520"/>
        </p:xfrm>
        <a:graphic>
          <a:graphicData uri="http://schemas.openxmlformats.org/drawingml/2006/table">
            <a:tbl>
              <a:tblPr/>
              <a:tblGrid>
                <a:gridCol w="533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00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20.67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25.67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04642" name="Group 194"/>
          <p:cNvGraphicFramePr>
            <a:graphicFrameLocks noGrp="1"/>
          </p:cNvGraphicFramePr>
          <p:nvPr/>
        </p:nvGraphicFramePr>
        <p:xfrm>
          <a:off x="3962400" y="3810000"/>
          <a:ext cx="1066800" cy="73152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17.83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5.83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22.51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28.34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04678" name="Group 230"/>
          <p:cNvGraphicFramePr>
            <a:graphicFrameLocks noGrp="1"/>
          </p:cNvGraphicFramePr>
          <p:nvPr/>
        </p:nvGraphicFramePr>
        <p:xfrm>
          <a:off x="5105400" y="4800600"/>
          <a:ext cx="1066800" cy="73152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25.67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27.84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2000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25.67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27.84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graphicFrame>
        <p:nvGraphicFramePr>
          <p:cNvPr id="104666" name="Group 218"/>
          <p:cNvGraphicFramePr>
            <a:graphicFrameLocks noGrp="1"/>
          </p:cNvGraphicFramePr>
          <p:nvPr/>
        </p:nvGraphicFramePr>
        <p:xfrm>
          <a:off x="6324600" y="5334000"/>
          <a:ext cx="1143000" cy="731520"/>
        </p:xfrm>
        <a:graphic>
          <a:graphicData uri="http://schemas.openxmlformats.org/drawingml/2006/table">
            <a:tbl>
              <a:tblPr/>
              <a:tblGrid>
                <a:gridCol w="533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27.84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36.17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8.33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27.84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36.17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graphicFrame>
        <p:nvGraphicFramePr>
          <p:cNvPr id="104663" name="Group 215"/>
          <p:cNvGraphicFramePr>
            <a:graphicFrameLocks noGrp="1"/>
          </p:cNvGraphicFramePr>
          <p:nvPr/>
        </p:nvGraphicFramePr>
        <p:xfrm>
          <a:off x="6477000" y="3962400"/>
          <a:ext cx="1066800" cy="73152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tblGrid>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27.64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35.67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7.83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28.34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36.17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04660" name="Group 212"/>
          <p:cNvGraphicFramePr>
            <a:graphicFrameLocks noGrp="1"/>
          </p:cNvGraphicFramePr>
          <p:nvPr/>
        </p:nvGraphicFramePr>
        <p:xfrm>
          <a:off x="7772400" y="4419600"/>
          <a:ext cx="1143000" cy="792480"/>
        </p:xfrm>
        <a:graphic>
          <a:graphicData uri="http://schemas.openxmlformats.org/drawingml/2006/table">
            <a:tbl>
              <a:tblPr/>
              <a:tblGrid>
                <a:gridCol w="533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048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36.17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36.17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FIN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1476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36.17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Comic Sans MS" charset="0"/>
                        </a:rPr>
                        <a:t>36.17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cxnSp>
        <p:nvCxnSpPr>
          <p:cNvPr id="104607" name="AutoShape 159"/>
          <p:cNvCxnSpPr>
            <a:cxnSpLocks noChangeShapeType="1"/>
            <a:stCxn id="0" idx="1"/>
            <a:endCxn id="0" idx="0"/>
          </p:cNvCxnSpPr>
          <p:nvPr/>
        </p:nvCxnSpPr>
        <p:spPr bwMode="auto">
          <a:xfrm>
            <a:off x="1257300" y="4538663"/>
            <a:ext cx="0" cy="642937"/>
          </a:xfrm>
          <a:prstGeom prst="straightConnector1">
            <a:avLst/>
          </a:prstGeom>
          <a:noFill/>
          <a:ln w="9525">
            <a:solidFill>
              <a:schemeClr val="tx1"/>
            </a:solidFill>
            <a:round/>
            <a:headEnd/>
            <a:tailEnd type="triangle" w="med" len="med"/>
          </a:ln>
          <a:effectLst/>
        </p:spPr>
      </p:cxnSp>
      <p:cxnSp>
        <p:nvCxnSpPr>
          <p:cNvPr id="104608" name="AutoShape 160"/>
          <p:cNvCxnSpPr>
            <a:cxnSpLocks noChangeShapeType="1"/>
            <a:stCxn id="0" idx="3"/>
            <a:endCxn id="0" idx="0"/>
          </p:cNvCxnSpPr>
          <p:nvPr/>
        </p:nvCxnSpPr>
        <p:spPr bwMode="auto">
          <a:xfrm flipV="1">
            <a:off x="1752600" y="4524375"/>
            <a:ext cx="533400" cy="1022350"/>
          </a:xfrm>
          <a:prstGeom prst="straightConnector1">
            <a:avLst/>
          </a:prstGeom>
          <a:noFill/>
          <a:ln w="9525">
            <a:solidFill>
              <a:schemeClr val="tx1"/>
            </a:solidFill>
            <a:round/>
            <a:headEnd/>
            <a:tailEnd type="triangle" w="med" len="med"/>
          </a:ln>
          <a:effectLst/>
        </p:spPr>
      </p:cxnSp>
      <p:cxnSp>
        <p:nvCxnSpPr>
          <p:cNvPr id="104609" name="AutoShape 161"/>
          <p:cNvCxnSpPr>
            <a:cxnSpLocks noChangeShapeType="1"/>
            <a:stCxn id="0" idx="3"/>
            <a:endCxn id="0" idx="0"/>
          </p:cNvCxnSpPr>
          <p:nvPr/>
        </p:nvCxnSpPr>
        <p:spPr bwMode="auto">
          <a:xfrm>
            <a:off x="1752600" y="5546725"/>
            <a:ext cx="457200" cy="458788"/>
          </a:xfrm>
          <a:prstGeom prst="straightConnector1">
            <a:avLst/>
          </a:prstGeom>
          <a:noFill/>
          <a:ln w="9525">
            <a:solidFill>
              <a:schemeClr val="tx1"/>
            </a:solidFill>
            <a:round/>
            <a:headEnd/>
            <a:tailEnd type="triangle" w="med" len="med"/>
          </a:ln>
          <a:effectLst/>
        </p:spPr>
      </p:cxnSp>
      <p:cxnSp>
        <p:nvCxnSpPr>
          <p:cNvPr id="104610" name="AutoShape 162"/>
          <p:cNvCxnSpPr>
            <a:cxnSpLocks noChangeShapeType="1"/>
            <a:stCxn id="0" idx="3"/>
            <a:endCxn id="0" idx="1"/>
          </p:cNvCxnSpPr>
          <p:nvPr/>
        </p:nvCxnSpPr>
        <p:spPr bwMode="auto">
          <a:xfrm>
            <a:off x="3276600" y="4175125"/>
            <a:ext cx="685800" cy="0"/>
          </a:xfrm>
          <a:prstGeom prst="straightConnector1">
            <a:avLst/>
          </a:prstGeom>
          <a:noFill/>
          <a:ln w="9525">
            <a:solidFill>
              <a:schemeClr val="tx1"/>
            </a:solidFill>
            <a:round/>
            <a:headEnd/>
            <a:tailEnd type="triangle" w="med" len="med"/>
          </a:ln>
          <a:effectLst/>
        </p:spPr>
      </p:cxnSp>
      <p:cxnSp>
        <p:nvCxnSpPr>
          <p:cNvPr id="104611" name="AutoShape 163"/>
          <p:cNvCxnSpPr>
            <a:cxnSpLocks noChangeShapeType="1"/>
            <a:stCxn id="0" idx="3"/>
            <a:endCxn id="0" idx="1"/>
          </p:cNvCxnSpPr>
          <p:nvPr/>
        </p:nvCxnSpPr>
        <p:spPr bwMode="auto">
          <a:xfrm>
            <a:off x="3276600" y="4175125"/>
            <a:ext cx="457200" cy="990600"/>
          </a:xfrm>
          <a:prstGeom prst="straightConnector1">
            <a:avLst/>
          </a:prstGeom>
          <a:noFill/>
          <a:ln w="9525">
            <a:solidFill>
              <a:schemeClr val="tx1"/>
            </a:solidFill>
            <a:round/>
            <a:headEnd/>
            <a:tailEnd type="triangle" w="med" len="med"/>
          </a:ln>
          <a:effectLst/>
        </p:spPr>
      </p:cxnSp>
      <p:cxnSp>
        <p:nvCxnSpPr>
          <p:cNvPr id="104612" name="AutoShape 164"/>
          <p:cNvCxnSpPr>
            <a:cxnSpLocks noChangeShapeType="1"/>
            <a:stCxn id="0" idx="3"/>
            <a:endCxn id="0" idx="0"/>
          </p:cNvCxnSpPr>
          <p:nvPr/>
        </p:nvCxnSpPr>
        <p:spPr bwMode="auto">
          <a:xfrm>
            <a:off x="3276600" y="4175125"/>
            <a:ext cx="457200" cy="1754188"/>
          </a:xfrm>
          <a:prstGeom prst="straightConnector1">
            <a:avLst/>
          </a:prstGeom>
          <a:noFill/>
          <a:ln w="9525">
            <a:solidFill>
              <a:schemeClr val="tx1"/>
            </a:solidFill>
            <a:round/>
            <a:headEnd/>
            <a:tailEnd type="triangle" w="med" len="med"/>
          </a:ln>
          <a:effectLst/>
        </p:spPr>
      </p:cxnSp>
      <p:cxnSp>
        <p:nvCxnSpPr>
          <p:cNvPr id="104613" name="AutoShape 165"/>
          <p:cNvCxnSpPr>
            <a:cxnSpLocks noChangeShapeType="1"/>
            <a:stCxn id="0" idx="3"/>
            <a:endCxn id="0" idx="1"/>
          </p:cNvCxnSpPr>
          <p:nvPr/>
        </p:nvCxnSpPr>
        <p:spPr bwMode="auto">
          <a:xfrm flipV="1">
            <a:off x="3276600" y="6380163"/>
            <a:ext cx="457200" cy="4762"/>
          </a:xfrm>
          <a:prstGeom prst="straightConnector1">
            <a:avLst/>
          </a:prstGeom>
          <a:noFill/>
          <a:ln w="9525">
            <a:solidFill>
              <a:schemeClr val="tx1"/>
            </a:solidFill>
            <a:round/>
            <a:headEnd/>
            <a:tailEnd type="triangle" w="med" len="med"/>
          </a:ln>
          <a:effectLst/>
        </p:spPr>
      </p:cxnSp>
      <p:cxnSp>
        <p:nvCxnSpPr>
          <p:cNvPr id="104614" name="AutoShape 166"/>
          <p:cNvCxnSpPr>
            <a:cxnSpLocks noChangeShapeType="1"/>
            <a:stCxn id="0" idx="3"/>
            <a:endCxn id="0" idx="1"/>
          </p:cNvCxnSpPr>
          <p:nvPr/>
        </p:nvCxnSpPr>
        <p:spPr bwMode="auto">
          <a:xfrm>
            <a:off x="5029200" y="4175125"/>
            <a:ext cx="1447800" cy="152400"/>
          </a:xfrm>
          <a:prstGeom prst="straightConnector1">
            <a:avLst/>
          </a:prstGeom>
          <a:noFill/>
          <a:ln w="9525">
            <a:solidFill>
              <a:schemeClr val="tx1"/>
            </a:solidFill>
            <a:round/>
            <a:headEnd/>
            <a:tailEnd type="triangle" w="med" len="med"/>
          </a:ln>
          <a:effectLst/>
        </p:spPr>
      </p:cxnSp>
      <p:cxnSp>
        <p:nvCxnSpPr>
          <p:cNvPr id="104615" name="AutoShape 167"/>
          <p:cNvCxnSpPr>
            <a:cxnSpLocks noChangeShapeType="1"/>
            <a:stCxn id="0" idx="3"/>
            <a:endCxn id="0" idx="1"/>
          </p:cNvCxnSpPr>
          <p:nvPr/>
        </p:nvCxnSpPr>
        <p:spPr bwMode="auto">
          <a:xfrm>
            <a:off x="4876800" y="5165725"/>
            <a:ext cx="228600" cy="0"/>
          </a:xfrm>
          <a:prstGeom prst="straightConnector1">
            <a:avLst/>
          </a:prstGeom>
          <a:noFill/>
          <a:ln w="9525">
            <a:solidFill>
              <a:schemeClr val="tx1"/>
            </a:solidFill>
            <a:round/>
            <a:headEnd/>
            <a:tailEnd type="triangle" w="med" len="med"/>
          </a:ln>
          <a:effectLst/>
        </p:spPr>
      </p:cxnSp>
      <p:cxnSp>
        <p:nvCxnSpPr>
          <p:cNvPr id="104616" name="AutoShape 168"/>
          <p:cNvCxnSpPr>
            <a:cxnSpLocks noChangeShapeType="1"/>
            <a:stCxn id="0" idx="3"/>
            <a:endCxn id="0" idx="1"/>
          </p:cNvCxnSpPr>
          <p:nvPr/>
        </p:nvCxnSpPr>
        <p:spPr bwMode="auto">
          <a:xfrm flipV="1">
            <a:off x="4876800" y="5165725"/>
            <a:ext cx="228600" cy="1214438"/>
          </a:xfrm>
          <a:prstGeom prst="straightConnector1">
            <a:avLst/>
          </a:prstGeom>
          <a:noFill/>
          <a:ln w="9525">
            <a:solidFill>
              <a:schemeClr val="tx1"/>
            </a:solidFill>
            <a:round/>
            <a:headEnd/>
            <a:tailEnd type="triangle" w="med" len="med"/>
          </a:ln>
          <a:effectLst/>
        </p:spPr>
      </p:cxnSp>
      <p:cxnSp>
        <p:nvCxnSpPr>
          <p:cNvPr id="104617" name="AutoShape 169"/>
          <p:cNvCxnSpPr>
            <a:cxnSpLocks noChangeShapeType="1"/>
            <a:stCxn id="0" idx="3"/>
            <a:endCxn id="0" idx="1"/>
          </p:cNvCxnSpPr>
          <p:nvPr/>
        </p:nvCxnSpPr>
        <p:spPr bwMode="auto">
          <a:xfrm flipV="1">
            <a:off x="6172200" y="4327525"/>
            <a:ext cx="304800" cy="838200"/>
          </a:xfrm>
          <a:prstGeom prst="straightConnector1">
            <a:avLst/>
          </a:prstGeom>
          <a:noFill/>
          <a:ln w="9525">
            <a:solidFill>
              <a:schemeClr val="tx1"/>
            </a:solidFill>
            <a:round/>
            <a:headEnd/>
            <a:tailEnd type="triangle" w="med" len="med"/>
          </a:ln>
          <a:effectLst/>
        </p:spPr>
      </p:cxnSp>
      <p:cxnSp>
        <p:nvCxnSpPr>
          <p:cNvPr id="104618" name="AutoShape 170"/>
          <p:cNvCxnSpPr>
            <a:cxnSpLocks noChangeShapeType="1"/>
            <a:stCxn id="0" idx="3"/>
            <a:endCxn id="0" idx="1"/>
          </p:cNvCxnSpPr>
          <p:nvPr/>
        </p:nvCxnSpPr>
        <p:spPr bwMode="auto">
          <a:xfrm>
            <a:off x="6172200" y="5165725"/>
            <a:ext cx="152400" cy="533400"/>
          </a:xfrm>
          <a:prstGeom prst="straightConnector1">
            <a:avLst/>
          </a:prstGeom>
          <a:noFill/>
          <a:ln w="9525">
            <a:solidFill>
              <a:schemeClr val="tx1"/>
            </a:solidFill>
            <a:round/>
            <a:headEnd/>
            <a:tailEnd type="triangle" w="med" len="med"/>
          </a:ln>
          <a:effectLst/>
        </p:spPr>
      </p:cxnSp>
      <p:cxnSp>
        <p:nvCxnSpPr>
          <p:cNvPr id="104619" name="AutoShape 171"/>
          <p:cNvCxnSpPr>
            <a:cxnSpLocks noChangeShapeType="1"/>
            <a:stCxn id="0" idx="3"/>
            <a:endCxn id="0" idx="1"/>
          </p:cNvCxnSpPr>
          <p:nvPr/>
        </p:nvCxnSpPr>
        <p:spPr bwMode="auto">
          <a:xfrm>
            <a:off x="7543800" y="4327525"/>
            <a:ext cx="228600" cy="519113"/>
          </a:xfrm>
          <a:prstGeom prst="straightConnector1">
            <a:avLst/>
          </a:prstGeom>
          <a:noFill/>
          <a:ln w="9525">
            <a:solidFill>
              <a:schemeClr val="tx1"/>
            </a:solidFill>
            <a:round/>
            <a:headEnd/>
            <a:tailEnd type="triangle" w="med" len="med"/>
          </a:ln>
          <a:effectLst/>
        </p:spPr>
      </p:cxnSp>
      <p:cxnSp>
        <p:nvCxnSpPr>
          <p:cNvPr id="104620" name="AutoShape 172"/>
          <p:cNvCxnSpPr>
            <a:cxnSpLocks noChangeShapeType="1"/>
            <a:stCxn id="0" idx="3"/>
            <a:endCxn id="0" idx="1"/>
          </p:cNvCxnSpPr>
          <p:nvPr/>
        </p:nvCxnSpPr>
        <p:spPr bwMode="auto">
          <a:xfrm flipV="1">
            <a:off x="7467600" y="4846638"/>
            <a:ext cx="304800" cy="852487"/>
          </a:xfrm>
          <a:prstGeom prst="straightConnector1">
            <a:avLst/>
          </a:prstGeom>
          <a:noFill/>
          <a:ln w="9525">
            <a:solidFill>
              <a:schemeClr val="tx1"/>
            </a:solidFill>
            <a:round/>
            <a:headEnd/>
            <a:tailEnd type="triangle" w="med" len="med"/>
          </a:ln>
          <a:effectLst/>
        </p:spPr>
      </p:cxnSp>
      <p:sp>
        <p:nvSpPr>
          <p:cNvPr id="104677" name="Freeform 229"/>
          <p:cNvSpPr>
            <a:spLocks/>
          </p:cNvSpPr>
          <p:nvPr/>
        </p:nvSpPr>
        <p:spPr bwMode="auto">
          <a:xfrm>
            <a:off x="1230313" y="4256088"/>
            <a:ext cx="6762750" cy="1955800"/>
          </a:xfrm>
          <a:custGeom>
            <a:avLst/>
            <a:gdLst/>
            <a:ahLst/>
            <a:cxnLst>
              <a:cxn ang="0">
                <a:pos x="0" y="0"/>
              </a:cxn>
              <a:cxn ang="0">
                <a:pos x="73" y="567"/>
              </a:cxn>
              <a:cxn ang="0">
                <a:pos x="457" y="530"/>
              </a:cxn>
              <a:cxn ang="0">
                <a:pos x="475" y="494"/>
              </a:cxn>
              <a:cxn ang="0">
                <a:pos x="530" y="421"/>
              </a:cxn>
              <a:cxn ang="0">
                <a:pos x="603" y="329"/>
              </a:cxn>
              <a:cxn ang="0">
                <a:pos x="731" y="183"/>
              </a:cxn>
              <a:cxn ang="0">
                <a:pos x="1280" y="238"/>
              </a:cxn>
              <a:cxn ang="0">
                <a:pos x="1298" y="293"/>
              </a:cxn>
              <a:cxn ang="0">
                <a:pos x="1335" y="457"/>
              </a:cxn>
              <a:cxn ang="0">
                <a:pos x="1444" y="951"/>
              </a:cxn>
              <a:cxn ang="0">
                <a:pos x="1554" y="1097"/>
              </a:cxn>
              <a:cxn ang="0">
                <a:pos x="1682" y="1024"/>
              </a:cxn>
              <a:cxn ang="0">
                <a:pos x="2194" y="1042"/>
              </a:cxn>
              <a:cxn ang="0">
                <a:pos x="2377" y="1024"/>
              </a:cxn>
              <a:cxn ang="0">
                <a:pos x="2414" y="951"/>
              </a:cxn>
              <a:cxn ang="0">
                <a:pos x="2487" y="768"/>
              </a:cxn>
              <a:cxn ang="0">
                <a:pos x="2578" y="786"/>
              </a:cxn>
              <a:cxn ang="0">
                <a:pos x="3200" y="823"/>
              </a:cxn>
              <a:cxn ang="0">
                <a:pos x="3163" y="1024"/>
              </a:cxn>
              <a:cxn ang="0">
                <a:pos x="3145" y="1116"/>
              </a:cxn>
              <a:cxn ang="0">
                <a:pos x="3145" y="1207"/>
              </a:cxn>
              <a:cxn ang="0">
                <a:pos x="3346" y="1207"/>
              </a:cxn>
              <a:cxn ang="0">
                <a:pos x="3419" y="1189"/>
              </a:cxn>
              <a:cxn ang="0">
                <a:pos x="3602" y="1170"/>
              </a:cxn>
              <a:cxn ang="0">
                <a:pos x="4078" y="1152"/>
              </a:cxn>
              <a:cxn ang="0">
                <a:pos x="4206" y="732"/>
              </a:cxn>
              <a:cxn ang="0">
                <a:pos x="4224" y="658"/>
              </a:cxn>
              <a:cxn ang="0">
                <a:pos x="4260" y="585"/>
              </a:cxn>
            </a:cxnLst>
            <a:rect l="0" t="0" r="r" b="b"/>
            <a:pathLst>
              <a:path w="4260" h="1232">
                <a:moveTo>
                  <a:pt x="0" y="0"/>
                </a:moveTo>
                <a:cubicBezTo>
                  <a:pt x="13" y="196"/>
                  <a:pt x="42" y="376"/>
                  <a:pt x="73" y="567"/>
                </a:cubicBezTo>
                <a:cubicBezTo>
                  <a:pt x="201" y="553"/>
                  <a:pt x="332" y="559"/>
                  <a:pt x="457" y="530"/>
                </a:cubicBezTo>
                <a:cubicBezTo>
                  <a:pt x="470" y="527"/>
                  <a:pt x="467" y="505"/>
                  <a:pt x="475" y="494"/>
                </a:cubicBezTo>
                <a:cubicBezTo>
                  <a:pt x="492" y="468"/>
                  <a:pt x="513" y="448"/>
                  <a:pt x="530" y="421"/>
                </a:cubicBezTo>
                <a:cubicBezTo>
                  <a:pt x="552" y="388"/>
                  <a:pt x="579" y="361"/>
                  <a:pt x="603" y="329"/>
                </a:cubicBezTo>
                <a:cubicBezTo>
                  <a:pt x="646" y="272"/>
                  <a:pt x="662" y="217"/>
                  <a:pt x="731" y="183"/>
                </a:cubicBezTo>
                <a:cubicBezTo>
                  <a:pt x="768" y="185"/>
                  <a:pt x="1167" y="181"/>
                  <a:pt x="1280" y="238"/>
                </a:cubicBezTo>
                <a:cubicBezTo>
                  <a:pt x="1297" y="247"/>
                  <a:pt x="1293" y="274"/>
                  <a:pt x="1298" y="293"/>
                </a:cubicBezTo>
                <a:cubicBezTo>
                  <a:pt x="1311" y="347"/>
                  <a:pt x="1325" y="402"/>
                  <a:pt x="1335" y="457"/>
                </a:cubicBezTo>
                <a:cubicBezTo>
                  <a:pt x="1366" y="626"/>
                  <a:pt x="1380" y="791"/>
                  <a:pt x="1444" y="951"/>
                </a:cubicBezTo>
                <a:cubicBezTo>
                  <a:pt x="1472" y="1020"/>
                  <a:pt x="1483" y="1062"/>
                  <a:pt x="1554" y="1097"/>
                </a:cubicBezTo>
                <a:cubicBezTo>
                  <a:pt x="1604" y="1072"/>
                  <a:pt x="1635" y="1048"/>
                  <a:pt x="1682" y="1024"/>
                </a:cubicBezTo>
                <a:cubicBezTo>
                  <a:pt x="1853" y="1030"/>
                  <a:pt x="2023" y="1042"/>
                  <a:pt x="2194" y="1042"/>
                </a:cubicBezTo>
                <a:cubicBezTo>
                  <a:pt x="2255" y="1042"/>
                  <a:pt x="2320" y="1047"/>
                  <a:pt x="2377" y="1024"/>
                </a:cubicBezTo>
                <a:cubicBezTo>
                  <a:pt x="2402" y="1014"/>
                  <a:pt x="2402" y="975"/>
                  <a:pt x="2414" y="951"/>
                </a:cubicBezTo>
                <a:cubicBezTo>
                  <a:pt x="2446" y="888"/>
                  <a:pt x="2446" y="829"/>
                  <a:pt x="2487" y="768"/>
                </a:cubicBezTo>
                <a:cubicBezTo>
                  <a:pt x="2517" y="774"/>
                  <a:pt x="2547" y="784"/>
                  <a:pt x="2578" y="786"/>
                </a:cubicBezTo>
                <a:cubicBezTo>
                  <a:pt x="2785" y="802"/>
                  <a:pt x="2994" y="800"/>
                  <a:pt x="3200" y="823"/>
                </a:cubicBezTo>
                <a:cubicBezTo>
                  <a:pt x="3320" y="857"/>
                  <a:pt x="3145" y="991"/>
                  <a:pt x="3163" y="1024"/>
                </a:cubicBezTo>
                <a:cubicBezTo>
                  <a:pt x="3154" y="1073"/>
                  <a:pt x="3148" y="1086"/>
                  <a:pt x="3145" y="1116"/>
                </a:cubicBezTo>
                <a:cubicBezTo>
                  <a:pt x="3151" y="1153"/>
                  <a:pt x="3138" y="1171"/>
                  <a:pt x="3145" y="1207"/>
                </a:cubicBezTo>
                <a:cubicBezTo>
                  <a:pt x="3150" y="1232"/>
                  <a:pt x="3325" y="1194"/>
                  <a:pt x="3346" y="1207"/>
                </a:cubicBezTo>
                <a:cubicBezTo>
                  <a:pt x="3367" y="1220"/>
                  <a:pt x="3394" y="1193"/>
                  <a:pt x="3419" y="1189"/>
                </a:cubicBezTo>
                <a:cubicBezTo>
                  <a:pt x="3480" y="1180"/>
                  <a:pt x="3541" y="1173"/>
                  <a:pt x="3602" y="1170"/>
                </a:cubicBezTo>
                <a:cubicBezTo>
                  <a:pt x="3761" y="1161"/>
                  <a:pt x="3919" y="1158"/>
                  <a:pt x="4078" y="1152"/>
                </a:cubicBezTo>
                <a:cubicBezTo>
                  <a:pt x="4150" y="1007"/>
                  <a:pt x="4166" y="893"/>
                  <a:pt x="4206" y="732"/>
                </a:cubicBezTo>
                <a:cubicBezTo>
                  <a:pt x="4212" y="707"/>
                  <a:pt x="4213" y="681"/>
                  <a:pt x="4224" y="658"/>
                </a:cubicBezTo>
                <a:cubicBezTo>
                  <a:pt x="4236" y="634"/>
                  <a:pt x="4260" y="585"/>
                  <a:pt x="4260" y="585"/>
                </a:cubicBezTo>
              </a:path>
            </a:pathLst>
          </a:custGeom>
          <a:noFill/>
          <a:ln w="28575" cap="flat" cmpd="sng">
            <a:solidFill>
              <a:srgbClr val="FF3300"/>
            </a:solidFill>
            <a:prstDash val="solid"/>
            <a:round/>
            <a:headEnd/>
            <a:tailEnd/>
          </a:ln>
          <a:effectLst/>
        </p:spPr>
        <p:txBody>
          <a:bodyPr wrap="none" anchor="ctr">
            <a:prstTxWarp prst="textNoShape">
              <a:avLst/>
            </a:prstTxWarp>
          </a:bodyPr>
          <a:lstStyle/>
          <a:p>
            <a:endParaRPr lang="en-US"/>
          </a:p>
        </p:txBody>
      </p:sp>
      <p:sp>
        <p:nvSpPr>
          <p:cNvPr id="104679" name="Text Box 231"/>
          <p:cNvSpPr txBox="1">
            <a:spLocks noChangeArrowheads="1"/>
          </p:cNvSpPr>
          <p:nvPr/>
        </p:nvSpPr>
        <p:spPr bwMode="auto">
          <a:xfrm>
            <a:off x="74613" y="3328988"/>
            <a:ext cx="1362075" cy="396875"/>
          </a:xfrm>
          <a:prstGeom prst="rect">
            <a:avLst/>
          </a:prstGeom>
          <a:noFill/>
          <a:ln w="9525">
            <a:noFill/>
            <a:miter lim="800000"/>
            <a:headEnd/>
            <a:tailEnd/>
          </a:ln>
          <a:effectLst/>
        </p:spPr>
        <p:txBody>
          <a:bodyPr wrap="none">
            <a:prstTxWarp prst="textNoShape">
              <a:avLst/>
            </a:prstTxWarp>
            <a:spAutoFit/>
          </a:bodyPr>
          <a:lstStyle/>
          <a:p>
            <a:r>
              <a:rPr lang="en-US" sz="2000" b="1"/>
              <a:t>CPM gives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F7A88A5-539C-F848-8193-8B42C9995C52}" type="datetime1">
              <a:rPr lang="en-US" smtClean="0"/>
              <a:pPr/>
              <a:t>4/21/25</a:t>
            </a:fld>
            <a:endParaRPr lang="en-US"/>
          </a:p>
        </p:txBody>
      </p:sp>
      <p:sp>
        <p:nvSpPr>
          <p:cNvPr id="6" name="Slide Number Placeholder 5"/>
          <p:cNvSpPr>
            <a:spLocks noGrp="1"/>
          </p:cNvSpPr>
          <p:nvPr>
            <p:ph type="sldNum" sz="quarter" idx="12"/>
          </p:nvPr>
        </p:nvSpPr>
        <p:spPr/>
        <p:txBody>
          <a:bodyPr/>
          <a:lstStyle/>
          <a:p>
            <a:endParaRPr lang="en-US"/>
          </a:p>
          <a:p>
            <a:fld id="{9899960F-7E17-9F4A-A28C-19DEC325D9D9}" type="slidenum">
              <a:rPr lang="en-US"/>
              <a:pPr/>
              <a:t>38</a:t>
            </a:fld>
            <a:endParaRPr lang="en-US"/>
          </a:p>
        </p:txBody>
      </p:sp>
      <p:sp>
        <p:nvSpPr>
          <p:cNvPr id="224258" name="Rectangle 2"/>
          <p:cNvSpPr>
            <a:spLocks noGrp="1" noChangeArrowheads="1"/>
          </p:cNvSpPr>
          <p:nvPr>
            <p:ph type="title"/>
          </p:nvPr>
        </p:nvSpPr>
        <p:spPr/>
        <p:txBody>
          <a:bodyPr/>
          <a:lstStyle/>
          <a:p>
            <a:r>
              <a:rPr lang="en-US" dirty="0"/>
              <a:t>QP Dolls, Inc.</a:t>
            </a:r>
          </a:p>
        </p:txBody>
      </p:sp>
      <p:sp>
        <p:nvSpPr>
          <p:cNvPr id="224478" name="Rectangle 222"/>
          <p:cNvSpPr>
            <a:spLocks noGrp="1" noChangeArrowheads="1"/>
          </p:cNvSpPr>
          <p:nvPr>
            <p:ph type="body" idx="1"/>
          </p:nvPr>
        </p:nvSpPr>
        <p:spPr/>
        <p:txBody>
          <a:bodyPr/>
          <a:lstStyle/>
          <a:p>
            <a:pPr marL="838200" lvl="1" indent="-381000">
              <a:buFontTx/>
              <a:buNone/>
            </a:pPr>
            <a:r>
              <a:rPr lang="en-US" dirty="0"/>
              <a:t>Suppose the critical path is: A - B - E - F - G</a:t>
            </a:r>
          </a:p>
          <a:p>
            <a:pPr marL="838200" lvl="1" indent="-381000">
              <a:buFontTx/>
              <a:buNone/>
            </a:pPr>
            <a:endParaRPr lang="en-US" dirty="0"/>
          </a:p>
          <a:p>
            <a:pPr marL="838200" lvl="1" indent="-381000">
              <a:buFontTx/>
              <a:buAutoNum type="arabicParenBoth"/>
            </a:pPr>
            <a:r>
              <a:rPr lang="en-US" dirty="0"/>
              <a:t>What is the estimated expected completion time?</a:t>
            </a:r>
          </a:p>
          <a:p>
            <a:pPr marL="838200" lvl="1" indent="-381000">
              <a:buFontTx/>
              <a:buAutoNum type="arabicParenBoth"/>
            </a:pPr>
            <a:endParaRPr lang="en-US" dirty="0"/>
          </a:p>
          <a:p>
            <a:pPr marL="838200" lvl="1" indent="-381000">
              <a:buFontTx/>
              <a:buNone/>
            </a:pPr>
            <a:r>
              <a:rPr lang="en-US" dirty="0"/>
              <a:t>        </a:t>
            </a:r>
            <a:r>
              <a:rPr lang="en-US" sz="2400" dirty="0" err="1"/>
              <a:t>μ</a:t>
            </a:r>
            <a:r>
              <a:rPr lang="en-US" sz="2400" baseline="-25000" dirty="0" err="1">
                <a:sym typeface="Symbol" charset="2"/>
              </a:rPr>
              <a:t>CP</a:t>
            </a:r>
            <a:r>
              <a:rPr lang="en-US" sz="2400" dirty="0">
                <a:sym typeface="Symbol" charset="2"/>
              </a:rPr>
              <a:t> = 5.83+6.17+13.67+2.17+8.33 = 36.17</a:t>
            </a:r>
          </a:p>
          <a:p>
            <a:pPr marL="838200" lvl="1" indent="-381000">
              <a:buFontTx/>
              <a:buNone/>
            </a:pPr>
            <a:r>
              <a:rPr lang="en-US" sz="2400" dirty="0">
                <a:sym typeface="Symbol" charset="2"/>
              </a:rPr>
              <a:t>     σ</a:t>
            </a:r>
            <a:r>
              <a:rPr lang="en-US" sz="2400" baseline="-25000" dirty="0">
                <a:sym typeface="Symbol" charset="2"/>
              </a:rPr>
              <a:t>CP</a:t>
            </a:r>
            <a:r>
              <a:rPr lang="en-US" sz="2400" baseline="30000" dirty="0">
                <a:sym typeface="Symbol" charset="2"/>
              </a:rPr>
              <a:t>2 </a:t>
            </a:r>
            <a:r>
              <a:rPr lang="en-US" sz="2400" baseline="-25000" dirty="0">
                <a:sym typeface="Symbol" charset="2"/>
              </a:rPr>
              <a:t> </a:t>
            </a:r>
            <a:r>
              <a:rPr lang="en-US" sz="2400" dirty="0">
                <a:sym typeface="Symbol" charset="2"/>
              </a:rPr>
              <a:t>= 0.25+0.69+1+0.03+1 = 2.97</a:t>
            </a:r>
          </a:p>
          <a:p>
            <a:pPr marL="838200" lvl="1" indent="-381000">
              <a:buFontTx/>
              <a:buNone/>
            </a:pPr>
            <a:endParaRPr lang="en-US" sz="2400" dirty="0">
              <a:sym typeface="Symbol" charset="2"/>
            </a:endParaRPr>
          </a:p>
          <a:p>
            <a:pPr marL="838200" lvl="1" indent="-381000">
              <a:buFontTx/>
              <a:buNone/>
            </a:pPr>
            <a:endParaRPr lang="en-US" sz="3200" dirty="0">
              <a:sym typeface="Symbol" charset="2"/>
            </a:endParaRPr>
          </a:p>
          <a:p>
            <a:pPr marL="838200" lvl="1" indent="-381000">
              <a:buFontTx/>
              <a:buNone/>
            </a:pPr>
            <a:r>
              <a:rPr lang="en-US" sz="3200" dirty="0">
                <a:sym typeface="Symbol" charset="2"/>
              </a:rPr>
              <a:t>     </a:t>
            </a:r>
            <a:endParaRPr lang="en-US" sz="3200" baseline="-25000" dirty="0">
              <a:sym typeface="Symbol" charset="2"/>
            </a:endParaRPr>
          </a:p>
          <a:p>
            <a:pPr marL="457200" indent="-457200"/>
            <a:endParaRPr lang="en-US" sz="3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A1A7EC8-D81F-314A-B122-4B0D359A5B42}" type="datetime1">
              <a:rPr lang="en-US" smtClean="0"/>
              <a:pPr/>
              <a:t>4/21/25</a:t>
            </a:fld>
            <a:endParaRPr lang="en-US"/>
          </a:p>
        </p:txBody>
      </p:sp>
      <p:sp>
        <p:nvSpPr>
          <p:cNvPr id="6" name="Slide Number Placeholder 5"/>
          <p:cNvSpPr>
            <a:spLocks noGrp="1"/>
          </p:cNvSpPr>
          <p:nvPr>
            <p:ph type="sldNum" sz="quarter" idx="12"/>
          </p:nvPr>
        </p:nvSpPr>
        <p:spPr/>
        <p:txBody>
          <a:bodyPr/>
          <a:lstStyle/>
          <a:p>
            <a:endParaRPr lang="en-US"/>
          </a:p>
          <a:p>
            <a:fld id="{59DC8D13-66F2-3048-A5AE-931D38396E4E}" type="slidenum">
              <a:rPr lang="en-US"/>
              <a:pPr/>
              <a:t>39</a:t>
            </a:fld>
            <a:endParaRPr lang="en-US"/>
          </a:p>
        </p:txBody>
      </p:sp>
      <p:sp>
        <p:nvSpPr>
          <p:cNvPr id="105474" name="Rectangle 2"/>
          <p:cNvSpPr>
            <a:spLocks noGrp="1" noChangeArrowheads="1"/>
          </p:cNvSpPr>
          <p:nvPr>
            <p:ph type="title"/>
          </p:nvPr>
        </p:nvSpPr>
        <p:spPr/>
        <p:txBody>
          <a:bodyPr/>
          <a:lstStyle/>
          <a:p>
            <a:r>
              <a:rPr lang="en-US"/>
              <a:t>QP Dolls, Inc.</a:t>
            </a:r>
          </a:p>
        </p:txBody>
      </p:sp>
      <p:sp>
        <p:nvSpPr>
          <p:cNvPr id="105475" name="Rectangle 3"/>
          <p:cNvSpPr>
            <a:spLocks noGrp="1" noChangeArrowheads="1"/>
          </p:cNvSpPr>
          <p:nvPr>
            <p:ph type="body" idx="1"/>
          </p:nvPr>
        </p:nvSpPr>
        <p:spPr/>
        <p:txBody>
          <a:bodyPr/>
          <a:lstStyle/>
          <a:p>
            <a:pPr lvl="1">
              <a:buFontTx/>
              <a:buNone/>
            </a:pPr>
            <a:r>
              <a:rPr lang="en-US" dirty="0"/>
              <a:t>(2) What is the probability of completing the project in 33 weeks?</a:t>
            </a:r>
          </a:p>
          <a:p>
            <a:pPr lvl="1">
              <a:buFontTx/>
              <a:buNone/>
            </a:pPr>
            <a:endParaRPr lang="en-US" dirty="0"/>
          </a:p>
          <a:p>
            <a:pPr lvl="1">
              <a:buFontTx/>
              <a:buNone/>
            </a:pPr>
            <a:endParaRPr lang="en-US" dirty="0"/>
          </a:p>
          <a:p>
            <a:pPr lvl="1">
              <a:buFontTx/>
              <a:buNone/>
            </a:pPr>
            <a:r>
              <a:rPr lang="en-US" dirty="0"/>
              <a:t>= NORM.DIST(33,36.17,SQRT(2.97),1) = 0.0329 or 3.3%</a:t>
            </a:r>
          </a:p>
          <a:p>
            <a:pPr lvl="1">
              <a:buFontTx/>
              <a:buNone/>
            </a:pPr>
            <a:endParaRPr lang="en-US" dirty="0"/>
          </a:p>
          <a:p>
            <a:pPr lvl="1">
              <a:buFontTx/>
              <a:buNone/>
            </a:pPr>
            <a:endParaRPr lang="en-US" dirty="0"/>
          </a:p>
          <a:p>
            <a:pPr lvl="1">
              <a:buFontTx/>
              <a:buNone/>
            </a:pPr>
            <a:r>
              <a:rPr lang="en-US" dirty="0"/>
              <a:t>(3) With 90% probability, what is the project completion time?</a:t>
            </a:r>
          </a:p>
          <a:p>
            <a:pPr lvl="1">
              <a:buFontTx/>
              <a:buNone/>
            </a:pPr>
            <a:endParaRPr lang="en-US" dirty="0"/>
          </a:p>
          <a:p>
            <a:pPr lvl="1">
              <a:buNone/>
            </a:pPr>
            <a:r>
              <a:rPr lang="en-US" dirty="0"/>
              <a:t>= NORM.INV(0.9,36.17,SQRT(2.97)) = 38.37 days</a:t>
            </a:r>
          </a:p>
          <a:p>
            <a:pPr lvl="1">
              <a:buFontTx/>
              <a:buNone/>
            </a:pPr>
            <a:endParaRPr lang="en-US" dirty="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Times New Roman"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6442</TotalTime>
  <Words>2813</Words>
  <Application>Microsoft Macintosh PowerPoint</Application>
  <PresentationFormat>On-screen Show (4:3)</PresentationFormat>
  <Paragraphs>1389</Paragraphs>
  <Slides>39</Slides>
  <Notes>17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48" baseType="lpstr">
      <vt:lpstr>Arial</vt:lpstr>
      <vt:lpstr>Calibri Light</vt:lpstr>
      <vt:lpstr>Comic Sans MS</vt:lpstr>
      <vt:lpstr>Lucida Sans</vt:lpstr>
      <vt:lpstr>Symbol</vt:lpstr>
      <vt:lpstr>Times New Roman</vt:lpstr>
      <vt:lpstr>Default Design</vt:lpstr>
      <vt:lpstr>Document</vt:lpstr>
      <vt:lpstr>Equation</vt:lpstr>
      <vt:lpstr>Quantitative Project Management</vt:lpstr>
      <vt:lpstr>Idea Behind Formalizing PM</vt:lpstr>
      <vt:lpstr>Setting Up Project Norms</vt:lpstr>
      <vt:lpstr>Overview</vt:lpstr>
      <vt:lpstr>Product Launch at QP Dolls, Inc.</vt:lpstr>
      <vt:lpstr>Construction of a Network Diagram</vt:lpstr>
      <vt:lpstr>Scheduling Calculations</vt:lpstr>
      <vt:lpstr>Forward Pass</vt:lpstr>
      <vt:lpstr>Forward Pass</vt:lpstr>
      <vt:lpstr>Forward Pass</vt:lpstr>
      <vt:lpstr>Forward Pass</vt:lpstr>
      <vt:lpstr>Forward Pass</vt:lpstr>
      <vt:lpstr>Forward Pass</vt:lpstr>
      <vt:lpstr>Forward Pass</vt:lpstr>
      <vt:lpstr>Forward Pass</vt:lpstr>
      <vt:lpstr>Backward Pass</vt:lpstr>
      <vt:lpstr>Backward Pass</vt:lpstr>
      <vt:lpstr>Backward Pass</vt:lpstr>
      <vt:lpstr>Backward Pass</vt:lpstr>
      <vt:lpstr>Backward Pass</vt:lpstr>
      <vt:lpstr>Backward Pass</vt:lpstr>
      <vt:lpstr>Backward Pass</vt:lpstr>
      <vt:lpstr>After Backward Pass</vt:lpstr>
      <vt:lpstr>Critical Path</vt:lpstr>
      <vt:lpstr>CPM: Critical Path</vt:lpstr>
      <vt:lpstr>Time-Cost Tradeoffs – Crashing Activities</vt:lpstr>
      <vt:lpstr>A Heuristic Approach</vt:lpstr>
      <vt:lpstr>After Crashing Activity A by 1 Week</vt:lpstr>
      <vt:lpstr>After Crashing Activity F by 1 Week</vt:lpstr>
      <vt:lpstr>After Crashing Activity B by 1 Week</vt:lpstr>
      <vt:lpstr>If We Crash Activity C next…</vt:lpstr>
      <vt:lpstr>Let Us Crash E</vt:lpstr>
      <vt:lpstr>About Heuristic Approach</vt:lpstr>
      <vt:lpstr>Project Scheduling with Uncertain Activity Times</vt:lpstr>
      <vt:lpstr>Three-Point Estimation Technique</vt:lpstr>
      <vt:lpstr>Critical Path &amp; Probabilistic Analysis</vt:lpstr>
      <vt:lpstr>QP Dolls, Inc.</vt:lpstr>
      <vt:lpstr>QP Dolls, Inc.</vt:lpstr>
      <vt:lpstr>QP Dolls, Inc.</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OMM 230 Management Science</dc:title>
  <dc:creator>Olin School of Business</dc:creator>
  <cp:lastModifiedBy>Danko Turcic</cp:lastModifiedBy>
  <cp:revision>456</cp:revision>
  <cp:lastPrinted>2023-04-18T19:34:16Z</cp:lastPrinted>
  <dcterms:created xsi:type="dcterms:W3CDTF">2010-11-11T14:05:04Z</dcterms:created>
  <dcterms:modified xsi:type="dcterms:W3CDTF">2025-04-21T20:59:00Z</dcterms:modified>
</cp:coreProperties>
</file>